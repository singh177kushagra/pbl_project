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68" r:id="rId5"/>
    <p:sldId id="259" r:id="rId6"/>
    <p:sldId id="269" r:id="rId7"/>
    <p:sldId id="260" r:id="rId8"/>
    <p:sldId id="262" r:id="rId9"/>
    <p:sldId id="273" r:id="rId10"/>
    <p:sldId id="261" r:id="rId11"/>
    <p:sldId id="272" r:id="rId12"/>
    <p:sldId id="270" r:id="rId13"/>
    <p:sldId id="271" r:id="rId14"/>
    <p:sldId id="266" r:id="rId15"/>
    <p:sldId id="274" r:id="rId16"/>
    <p:sldId id="267" r:id="rId17"/>
    <p:sldId id="263" r:id="rId18"/>
    <p:sldId id="26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118EC8-7C6A-45E0-A80B-927C63154ED9}" v="103" dt="2026-02-18T08:37:57.6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706" autoAdjust="0"/>
    <p:restoredTop sz="94660"/>
  </p:normalViewPr>
  <p:slideViewPr>
    <p:cSldViewPr snapToGrid="0">
      <p:cViewPr varScale="1">
        <p:scale>
          <a:sx n="58" d="100"/>
          <a:sy n="58" d="100"/>
        </p:scale>
        <p:origin x="58" y="35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ushagra Singh" userId="d544485b39300f66" providerId="LiveId" clId="{E14CB0D5-A710-4E49-AABE-D5223A212189}"/>
    <pc:docChg chg="undo custSel addSld modSld">
      <pc:chgData name="Kushagra Singh" userId="d544485b39300f66" providerId="LiveId" clId="{E14CB0D5-A710-4E49-AABE-D5223A212189}" dt="2026-02-19T07:15:47.081" v="2617" actId="14100"/>
      <pc:docMkLst>
        <pc:docMk/>
      </pc:docMkLst>
      <pc:sldChg chg="modSp mod">
        <pc:chgData name="Kushagra Singh" userId="d544485b39300f66" providerId="LiveId" clId="{E14CB0D5-A710-4E49-AABE-D5223A212189}" dt="2026-02-14T16:44:43.779" v="1682" actId="20577"/>
        <pc:sldMkLst>
          <pc:docMk/>
          <pc:sldMk cId="380237416" sldId="256"/>
        </pc:sldMkLst>
        <pc:spChg chg="mod">
          <ac:chgData name="Kushagra Singh" userId="d544485b39300f66" providerId="LiveId" clId="{E14CB0D5-A710-4E49-AABE-D5223A212189}" dt="2026-02-14T16:44:43.779" v="1682" actId="20577"/>
          <ac:spMkLst>
            <pc:docMk/>
            <pc:sldMk cId="380237416" sldId="256"/>
            <ac:spMk id="2" creationId="{874FB14B-13FD-63D0-B558-FA2B9FA1B8F9}"/>
          </ac:spMkLst>
        </pc:spChg>
        <pc:spChg chg="mod">
          <ac:chgData name="Kushagra Singh" userId="d544485b39300f66" providerId="LiveId" clId="{E14CB0D5-A710-4E49-AABE-D5223A212189}" dt="2026-02-12T19:35:46.074" v="137" actId="20577"/>
          <ac:spMkLst>
            <pc:docMk/>
            <pc:sldMk cId="380237416" sldId="256"/>
            <ac:spMk id="3" creationId="{33DAA6DE-3B6C-1A2F-6135-52EEA7D16507}"/>
          </ac:spMkLst>
        </pc:spChg>
        <pc:spChg chg="mod">
          <ac:chgData name="Kushagra Singh" userId="d544485b39300f66" providerId="LiveId" clId="{E14CB0D5-A710-4E49-AABE-D5223A212189}" dt="2026-02-12T19:35:59.358" v="168" actId="20577"/>
          <ac:spMkLst>
            <pc:docMk/>
            <pc:sldMk cId="380237416" sldId="256"/>
            <ac:spMk id="4" creationId="{8265C3A1-7DE8-FF2B-D7D7-6CB2859C63C2}"/>
          </ac:spMkLst>
        </pc:spChg>
      </pc:sldChg>
      <pc:sldChg chg="modSp mod">
        <pc:chgData name="Kushagra Singh" userId="d544485b39300f66" providerId="LiveId" clId="{E14CB0D5-A710-4E49-AABE-D5223A212189}" dt="2026-02-14T16:44:22.277" v="1680" actId="2711"/>
        <pc:sldMkLst>
          <pc:docMk/>
          <pc:sldMk cId="2878976597" sldId="258"/>
        </pc:sldMkLst>
        <pc:spChg chg="mod">
          <ac:chgData name="Kushagra Singh" userId="d544485b39300f66" providerId="LiveId" clId="{E14CB0D5-A710-4E49-AABE-D5223A212189}" dt="2026-02-14T16:44:17.064" v="1679" actId="2711"/>
          <ac:spMkLst>
            <pc:docMk/>
            <pc:sldMk cId="2878976597" sldId="258"/>
            <ac:spMk id="2" creationId="{6F25A96B-B72E-0C72-F61B-C99183D10D26}"/>
          </ac:spMkLst>
        </pc:spChg>
        <pc:spChg chg="mod">
          <ac:chgData name="Kushagra Singh" userId="d544485b39300f66" providerId="LiveId" clId="{E14CB0D5-A710-4E49-AABE-D5223A212189}" dt="2026-02-14T16:44:22.277" v="1680" actId="2711"/>
          <ac:spMkLst>
            <pc:docMk/>
            <pc:sldMk cId="2878976597" sldId="258"/>
            <ac:spMk id="3" creationId="{E031CBD1-1236-BD10-F9B4-E2675BA38ED1}"/>
          </ac:spMkLst>
        </pc:spChg>
      </pc:sldChg>
      <pc:sldChg chg="addSp delSp modSp mod">
        <pc:chgData name="Kushagra Singh" userId="d544485b39300f66" providerId="LiveId" clId="{E14CB0D5-A710-4E49-AABE-D5223A212189}" dt="2026-02-18T08:39:15.178" v="2521" actId="2711"/>
        <pc:sldMkLst>
          <pc:docMk/>
          <pc:sldMk cId="310308161" sldId="259"/>
        </pc:sldMkLst>
        <pc:spChg chg="mod">
          <ac:chgData name="Kushagra Singh" userId="d544485b39300f66" providerId="LiveId" clId="{E14CB0D5-A710-4E49-AABE-D5223A212189}" dt="2026-02-18T08:25:20.440" v="2409" actId="20577"/>
          <ac:spMkLst>
            <pc:docMk/>
            <pc:sldMk cId="310308161" sldId="259"/>
            <ac:spMk id="2" creationId="{EA85647D-9B85-4135-FDC8-4412998CA206}"/>
          </ac:spMkLst>
        </pc:spChg>
        <pc:spChg chg="mod">
          <ac:chgData name="Kushagra Singh" userId="d544485b39300f66" providerId="LiveId" clId="{E14CB0D5-A710-4E49-AABE-D5223A212189}" dt="2026-02-18T08:24:48.196" v="2404" actId="20577"/>
          <ac:spMkLst>
            <pc:docMk/>
            <pc:sldMk cId="310308161" sldId="259"/>
            <ac:spMk id="3" creationId="{7485F665-7E3B-0A75-0EE5-8FA0D35D261D}"/>
          </ac:spMkLst>
        </pc:spChg>
        <pc:graphicFrameChg chg="add del">
          <ac:chgData name="Kushagra Singh" userId="d544485b39300f66" providerId="LiveId" clId="{E14CB0D5-A710-4E49-AABE-D5223A212189}" dt="2026-02-18T08:20:38.612" v="2364" actId="3680"/>
          <ac:graphicFrameMkLst>
            <pc:docMk/>
            <pc:sldMk cId="310308161" sldId="259"/>
            <ac:graphicFrameMk id="4" creationId="{3552C1CB-45C5-6CF6-9BFA-629633C5B63A}"/>
          </ac:graphicFrameMkLst>
        </pc:graphicFrameChg>
        <pc:graphicFrameChg chg="add mod modGraphic">
          <ac:chgData name="Kushagra Singh" userId="d544485b39300f66" providerId="LiveId" clId="{E14CB0D5-A710-4E49-AABE-D5223A212189}" dt="2026-02-18T08:39:15.178" v="2521" actId="2711"/>
          <ac:graphicFrameMkLst>
            <pc:docMk/>
            <pc:sldMk cId="310308161" sldId="259"/>
            <ac:graphicFrameMk id="5" creationId="{E69EC435-FEE9-13DE-06DC-6C0D8867AC10}"/>
          </ac:graphicFrameMkLst>
        </pc:graphicFrameChg>
      </pc:sldChg>
      <pc:sldChg chg="modSp mod">
        <pc:chgData name="Kushagra Singh" userId="d544485b39300f66" providerId="LiveId" clId="{E14CB0D5-A710-4E49-AABE-D5223A212189}" dt="2026-02-14T19:06:34.943" v="2351" actId="20577"/>
        <pc:sldMkLst>
          <pc:docMk/>
          <pc:sldMk cId="2374707807" sldId="260"/>
        </pc:sldMkLst>
        <pc:spChg chg="mod">
          <ac:chgData name="Kushagra Singh" userId="d544485b39300f66" providerId="LiveId" clId="{E14CB0D5-A710-4E49-AABE-D5223A212189}" dt="2026-02-14T16:45:15.419" v="1685" actId="2711"/>
          <ac:spMkLst>
            <pc:docMk/>
            <pc:sldMk cId="2374707807" sldId="260"/>
            <ac:spMk id="2" creationId="{C5EA1533-4BE1-DF5E-D485-BD167C2BD85D}"/>
          </ac:spMkLst>
        </pc:spChg>
        <pc:spChg chg="mod">
          <ac:chgData name="Kushagra Singh" userId="d544485b39300f66" providerId="LiveId" clId="{E14CB0D5-A710-4E49-AABE-D5223A212189}" dt="2026-02-14T19:06:34.943" v="2351" actId="20577"/>
          <ac:spMkLst>
            <pc:docMk/>
            <pc:sldMk cId="2374707807" sldId="260"/>
            <ac:spMk id="3" creationId="{CB024CC5-00AF-876C-F7CA-146754384CB0}"/>
          </ac:spMkLst>
        </pc:spChg>
      </pc:sldChg>
      <pc:sldChg chg="addSp delSp modSp mod">
        <pc:chgData name="Kushagra Singh" userId="d544485b39300f66" providerId="LiveId" clId="{E14CB0D5-A710-4E49-AABE-D5223A212189}" dt="2026-02-14T18:59:39.051" v="2279" actId="20577"/>
        <pc:sldMkLst>
          <pc:docMk/>
          <pc:sldMk cId="1077724860" sldId="261"/>
        </pc:sldMkLst>
        <pc:spChg chg="mod">
          <ac:chgData name="Kushagra Singh" userId="d544485b39300f66" providerId="LiveId" clId="{E14CB0D5-A710-4E49-AABE-D5223A212189}" dt="2026-02-14T16:32:40.373" v="1665" actId="2711"/>
          <ac:spMkLst>
            <pc:docMk/>
            <pc:sldMk cId="1077724860" sldId="261"/>
            <ac:spMk id="2" creationId="{EAC2C796-D371-7EE6-056A-4956DC25840D}"/>
          </ac:spMkLst>
        </pc:spChg>
        <pc:spChg chg="mod">
          <ac:chgData name="Kushagra Singh" userId="d544485b39300f66" providerId="LiveId" clId="{E14CB0D5-A710-4E49-AABE-D5223A212189}" dt="2026-02-14T18:59:39.051" v="2279" actId="20577"/>
          <ac:spMkLst>
            <pc:docMk/>
            <pc:sldMk cId="1077724860" sldId="261"/>
            <ac:spMk id="3" creationId="{F7E7EF98-E6AD-70D5-2BE9-3A859F15DFF4}"/>
          </ac:spMkLst>
        </pc:spChg>
      </pc:sldChg>
      <pc:sldChg chg="modSp mod">
        <pc:chgData name="Kushagra Singh" userId="d544485b39300f66" providerId="LiveId" clId="{E14CB0D5-A710-4E49-AABE-D5223A212189}" dt="2026-02-14T16:33:04.268" v="1668" actId="2711"/>
        <pc:sldMkLst>
          <pc:docMk/>
          <pc:sldMk cId="3547097812" sldId="262"/>
        </pc:sldMkLst>
        <pc:spChg chg="mod">
          <ac:chgData name="Kushagra Singh" userId="d544485b39300f66" providerId="LiveId" clId="{E14CB0D5-A710-4E49-AABE-D5223A212189}" dt="2026-02-14T16:32:58.100" v="1667" actId="2711"/>
          <ac:spMkLst>
            <pc:docMk/>
            <pc:sldMk cId="3547097812" sldId="262"/>
            <ac:spMk id="2" creationId="{DAC66CBD-FC59-BE59-2070-B5315E2C8921}"/>
          </ac:spMkLst>
        </pc:spChg>
        <pc:spChg chg="mod">
          <ac:chgData name="Kushagra Singh" userId="d544485b39300f66" providerId="LiveId" clId="{E14CB0D5-A710-4E49-AABE-D5223A212189}" dt="2026-02-14T16:33:04.268" v="1668" actId="2711"/>
          <ac:spMkLst>
            <pc:docMk/>
            <pc:sldMk cId="3547097812" sldId="262"/>
            <ac:spMk id="3" creationId="{CE3E25AA-71BA-D0F6-3993-32491BD06DD7}"/>
          </ac:spMkLst>
        </pc:spChg>
      </pc:sldChg>
      <pc:sldChg chg="addSp delSp modSp mod">
        <pc:chgData name="Kushagra Singh" userId="d544485b39300f66" providerId="LiveId" clId="{E14CB0D5-A710-4E49-AABE-D5223A212189}" dt="2026-02-18T08:40:09.557" v="2534" actId="20577"/>
        <pc:sldMkLst>
          <pc:docMk/>
          <pc:sldMk cId="2724917500" sldId="263"/>
        </pc:sldMkLst>
        <pc:spChg chg="mod">
          <ac:chgData name="Kushagra Singh" userId="d544485b39300f66" providerId="LiveId" clId="{E14CB0D5-A710-4E49-AABE-D5223A212189}" dt="2026-02-14T16:47:10.942" v="1693" actId="2711"/>
          <ac:spMkLst>
            <pc:docMk/>
            <pc:sldMk cId="2724917500" sldId="263"/>
            <ac:spMk id="2" creationId="{5C6C5325-4A51-AE05-7BE6-440D74D0BCB6}"/>
          </ac:spMkLst>
        </pc:spChg>
        <pc:spChg chg="add mod">
          <ac:chgData name="Kushagra Singh" userId="d544485b39300f66" providerId="LiveId" clId="{E14CB0D5-A710-4E49-AABE-D5223A212189}" dt="2026-02-14T16:28:05.722" v="1393" actId="5793"/>
          <ac:spMkLst>
            <pc:docMk/>
            <pc:sldMk cId="2724917500" sldId="263"/>
            <ac:spMk id="4" creationId="{6AF71E8F-D5DC-9E47-8444-497758920085}"/>
          </ac:spMkLst>
        </pc:spChg>
        <pc:spChg chg="add mod">
          <ac:chgData name="Kushagra Singh" userId="d544485b39300f66" providerId="LiveId" clId="{E14CB0D5-A710-4E49-AABE-D5223A212189}" dt="2026-02-18T08:40:09.557" v="2534" actId="20577"/>
          <ac:spMkLst>
            <pc:docMk/>
            <pc:sldMk cId="2724917500" sldId="263"/>
            <ac:spMk id="6" creationId="{DB26C364-5761-D3A8-8C71-F41766E2B8D4}"/>
          </ac:spMkLst>
        </pc:spChg>
      </pc:sldChg>
      <pc:sldChg chg="modSp mod">
        <pc:chgData name="Kushagra Singh" userId="d544485b39300f66" providerId="LiveId" clId="{E14CB0D5-A710-4E49-AABE-D5223A212189}" dt="2026-02-14T16:47:16.981" v="1694" actId="2711"/>
        <pc:sldMkLst>
          <pc:docMk/>
          <pc:sldMk cId="2374710685" sldId="264"/>
        </pc:sldMkLst>
        <pc:spChg chg="mod">
          <ac:chgData name="Kushagra Singh" userId="d544485b39300f66" providerId="LiveId" clId="{E14CB0D5-A710-4E49-AABE-D5223A212189}" dt="2026-02-14T16:47:16.981" v="1694" actId="2711"/>
          <ac:spMkLst>
            <pc:docMk/>
            <pc:sldMk cId="2374710685" sldId="264"/>
            <ac:spMk id="4" creationId="{C7208BD6-2A31-5677-2B53-FD39A887D102}"/>
          </ac:spMkLst>
        </pc:spChg>
      </pc:sldChg>
      <pc:sldChg chg="addSp delSp modSp mod">
        <pc:chgData name="Kushagra Singh" userId="d544485b39300f66" providerId="LiveId" clId="{E14CB0D5-A710-4E49-AABE-D5223A212189}" dt="2026-02-14T19:35:40.523" v="2360" actId="14100"/>
        <pc:sldMkLst>
          <pc:docMk/>
          <pc:sldMk cId="3645671189" sldId="266"/>
        </pc:sldMkLst>
        <pc:spChg chg="mod">
          <ac:chgData name="Kushagra Singh" userId="d544485b39300f66" providerId="LiveId" clId="{E14CB0D5-A710-4E49-AABE-D5223A212189}" dt="2026-02-14T16:46:01.936" v="1689" actId="2711"/>
          <ac:spMkLst>
            <pc:docMk/>
            <pc:sldMk cId="3645671189" sldId="266"/>
            <ac:spMk id="2" creationId="{294B33A6-B209-82E0-3AC4-ED0F2117C15F}"/>
          </ac:spMkLst>
        </pc:spChg>
        <pc:picChg chg="add mod">
          <ac:chgData name="Kushagra Singh" userId="d544485b39300f66" providerId="LiveId" clId="{E14CB0D5-A710-4E49-AABE-D5223A212189}" dt="2026-02-14T19:35:40.523" v="2360" actId="14100"/>
          <ac:picMkLst>
            <pc:docMk/>
            <pc:sldMk cId="3645671189" sldId="266"/>
            <ac:picMk id="4" creationId="{58552263-B93E-6686-AF1F-94FF4ADD2CCE}"/>
          </ac:picMkLst>
        </pc:picChg>
        <pc:picChg chg="add mod ord">
          <ac:chgData name="Kushagra Singh" userId="d544485b39300f66" providerId="LiveId" clId="{E14CB0D5-A710-4E49-AABE-D5223A212189}" dt="2026-02-14T19:07:34.682" v="2354" actId="1076"/>
          <ac:picMkLst>
            <pc:docMk/>
            <pc:sldMk cId="3645671189" sldId="266"/>
            <ac:picMk id="5" creationId="{40798494-FD85-F359-75EB-D7F79A9FB845}"/>
          </ac:picMkLst>
        </pc:picChg>
        <pc:picChg chg="add mod">
          <ac:chgData name="Kushagra Singh" userId="d544485b39300f66" providerId="LiveId" clId="{E14CB0D5-A710-4E49-AABE-D5223A212189}" dt="2026-02-14T19:07:38.145" v="2355" actId="1076"/>
          <ac:picMkLst>
            <pc:docMk/>
            <pc:sldMk cId="3645671189" sldId="266"/>
            <ac:picMk id="7" creationId="{B9DB7BB6-87DA-231C-9DE3-DF8F54E76E00}"/>
          </ac:picMkLst>
        </pc:picChg>
      </pc:sldChg>
      <pc:sldChg chg="modSp mod">
        <pc:chgData name="Kushagra Singh" userId="d544485b39300f66" providerId="LiveId" clId="{E14CB0D5-A710-4E49-AABE-D5223A212189}" dt="2026-02-19T04:47:36.201" v="2613" actId="20577"/>
        <pc:sldMkLst>
          <pc:docMk/>
          <pc:sldMk cId="2154956931" sldId="267"/>
        </pc:sldMkLst>
        <pc:spChg chg="mod">
          <ac:chgData name="Kushagra Singh" userId="d544485b39300f66" providerId="LiveId" clId="{E14CB0D5-A710-4E49-AABE-D5223A212189}" dt="2026-02-19T04:47:36.201" v="2613" actId="20577"/>
          <ac:spMkLst>
            <pc:docMk/>
            <pc:sldMk cId="2154956931" sldId="267"/>
            <ac:spMk id="2" creationId="{ABB19452-3000-DF4A-F633-2C06CB0E4BBE}"/>
          </ac:spMkLst>
        </pc:spChg>
        <pc:spChg chg="mod">
          <ac:chgData name="Kushagra Singh" userId="d544485b39300f66" providerId="LiveId" clId="{E14CB0D5-A710-4E49-AABE-D5223A212189}" dt="2026-02-19T04:47:31.667" v="2611" actId="20577"/>
          <ac:spMkLst>
            <pc:docMk/>
            <pc:sldMk cId="2154956931" sldId="267"/>
            <ac:spMk id="3" creationId="{996084D1-BF8A-599C-4DEE-5FD15C78EC1C}"/>
          </ac:spMkLst>
        </pc:spChg>
      </pc:sldChg>
      <pc:sldChg chg="modSp new mod">
        <pc:chgData name="Kushagra Singh" userId="d544485b39300f66" providerId="LiveId" clId="{E14CB0D5-A710-4E49-AABE-D5223A212189}" dt="2026-02-14T16:44:10.253" v="1678" actId="2711"/>
        <pc:sldMkLst>
          <pc:docMk/>
          <pc:sldMk cId="2067999347" sldId="268"/>
        </pc:sldMkLst>
        <pc:spChg chg="mod">
          <ac:chgData name="Kushagra Singh" userId="d544485b39300f66" providerId="LiveId" clId="{E14CB0D5-A710-4E49-AABE-D5223A212189}" dt="2026-02-14T16:44:10.253" v="1678" actId="2711"/>
          <ac:spMkLst>
            <pc:docMk/>
            <pc:sldMk cId="2067999347" sldId="268"/>
            <ac:spMk id="2" creationId="{51189221-E4FF-DD94-641B-6829CAF6507F}"/>
          </ac:spMkLst>
        </pc:spChg>
        <pc:spChg chg="mod">
          <ac:chgData name="Kushagra Singh" userId="d544485b39300f66" providerId="LiveId" clId="{E14CB0D5-A710-4E49-AABE-D5223A212189}" dt="2026-02-14T16:44:03.752" v="1677" actId="2711"/>
          <ac:spMkLst>
            <pc:docMk/>
            <pc:sldMk cId="2067999347" sldId="268"/>
            <ac:spMk id="3" creationId="{E920326A-7963-5670-D289-C0536ABC6365}"/>
          </ac:spMkLst>
        </pc:spChg>
      </pc:sldChg>
      <pc:sldChg chg="addSp delSp modSp new mod">
        <pc:chgData name="Kushagra Singh" userId="d544485b39300f66" providerId="LiveId" clId="{E14CB0D5-A710-4E49-AABE-D5223A212189}" dt="2026-02-18T08:38:59.866" v="2520" actId="2711"/>
        <pc:sldMkLst>
          <pc:docMk/>
          <pc:sldMk cId="3584288316" sldId="269"/>
        </pc:sldMkLst>
        <pc:spChg chg="mod">
          <ac:chgData name="Kushagra Singh" userId="d544485b39300f66" providerId="LiveId" clId="{E14CB0D5-A710-4E49-AABE-D5223A212189}" dt="2026-02-18T08:28:57.706" v="2482" actId="20577"/>
          <ac:spMkLst>
            <pc:docMk/>
            <pc:sldMk cId="3584288316" sldId="269"/>
            <ac:spMk id="2" creationId="{F08A8FFB-AF22-420A-83AF-6D378157C45D}"/>
          </ac:spMkLst>
        </pc:spChg>
        <pc:spChg chg="add del mod">
          <ac:chgData name="Kushagra Singh" userId="d544485b39300f66" providerId="LiveId" clId="{E14CB0D5-A710-4E49-AABE-D5223A212189}" dt="2026-02-18T08:31:28.489" v="2488" actId="3680"/>
          <ac:spMkLst>
            <pc:docMk/>
            <pc:sldMk cId="3584288316" sldId="269"/>
            <ac:spMk id="3" creationId="{07821CB3-9442-FF24-329E-C255298B254E}"/>
          </ac:spMkLst>
        </pc:spChg>
        <pc:graphicFrameChg chg="add del mod ord modGraphic">
          <ac:chgData name="Kushagra Singh" userId="d544485b39300f66" providerId="LiveId" clId="{E14CB0D5-A710-4E49-AABE-D5223A212189}" dt="2026-02-18T08:31:20.583" v="2487" actId="3680"/>
          <ac:graphicFrameMkLst>
            <pc:docMk/>
            <pc:sldMk cId="3584288316" sldId="269"/>
            <ac:graphicFrameMk id="4" creationId="{9E2E26F2-5355-5D62-7F48-F4369955DCC6}"/>
          </ac:graphicFrameMkLst>
        </pc:graphicFrameChg>
        <pc:graphicFrameChg chg="add mod ord modGraphic">
          <ac:chgData name="Kushagra Singh" userId="d544485b39300f66" providerId="LiveId" clId="{E14CB0D5-A710-4E49-AABE-D5223A212189}" dt="2026-02-18T08:38:59.866" v="2520" actId="2711"/>
          <ac:graphicFrameMkLst>
            <pc:docMk/>
            <pc:sldMk cId="3584288316" sldId="269"/>
            <ac:graphicFrameMk id="5" creationId="{4FC7F399-9864-1FA5-F09A-B93586F09EC4}"/>
          </ac:graphicFrameMkLst>
        </pc:graphicFrameChg>
      </pc:sldChg>
      <pc:sldChg chg="modSp new mod">
        <pc:chgData name="Kushagra Singh" userId="d544485b39300f66" providerId="LiveId" clId="{E14CB0D5-A710-4E49-AABE-D5223A212189}" dt="2026-02-14T17:45:27.003" v="2081" actId="20577"/>
        <pc:sldMkLst>
          <pc:docMk/>
          <pc:sldMk cId="2423303002" sldId="270"/>
        </pc:sldMkLst>
        <pc:spChg chg="mod">
          <ac:chgData name="Kushagra Singh" userId="d544485b39300f66" providerId="LiveId" clId="{E14CB0D5-A710-4E49-AABE-D5223A212189}" dt="2026-02-14T16:32:12.411" v="1662" actId="2711"/>
          <ac:spMkLst>
            <pc:docMk/>
            <pc:sldMk cId="2423303002" sldId="270"/>
            <ac:spMk id="2" creationId="{0A65B5CF-D812-3EC4-2A9A-4EBEC2E5AF1E}"/>
          </ac:spMkLst>
        </pc:spChg>
        <pc:spChg chg="mod">
          <ac:chgData name="Kushagra Singh" userId="d544485b39300f66" providerId="LiveId" clId="{E14CB0D5-A710-4E49-AABE-D5223A212189}" dt="2026-02-14T17:45:27.003" v="2081" actId="20577"/>
          <ac:spMkLst>
            <pc:docMk/>
            <pc:sldMk cId="2423303002" sldId="270"/>
            <ac:spMk id="3" creationId="{06AE0D52-6201-0B9A-2501-F32B387E807A}"/>
          </ac:spMkLst>
        </pc:spChg>
      </pc:sldChg>
      <pc:sldChg chg="modSp new mod">
        <pc:chgData name="Kushagra Singh" userId="d544485b39300f66" providerId="LiveId" clId="{E14CB0D5-A710-4E49-AABE-D5223A212189}" dt="2026-02-14T18:13:24.998" v="2154" actId="20577"/>
        <pc:sldMkLst>
          <pc:docMk/>
          <pc:sldMk cId="4202556726" sldId="271"/>
        </pc:sldMkLst>
        <pc:spChg chg="mod">
          <ac:chgData name="Kushagra Singh" userId="d544485b39300f66" providerId="LiveId" clId="{E14CB0D5-A710-4E49-AABE-D5223A212189}" dt="2026-02-14T16:45:48.694" v="1687" actId="2711"/>
          <ac:spMkLst>
            <pc:docMk/>
            <pc:sldMk cId="4202556726" sldId="271"/>
            <ac:spMk id="2" creationId="{5EEA8699-25C3-AFF8-4B8F-8F0C72D22FC5}"/>
          </ac:spMkLst>
        </pc:spChg>
        <pc:spChg chg="mod">
          <ac:chgData name="Kushagra Singh" userId="d544485b39300f66" providerId="LiveId" clId="{E14CB0D5-A710-4E49-AABE-D5223A212189}" dt="2026-02-14T18:13:24.998" v="2154" actId="20577"/>
          <ac:spMkLst>
            <pc:docMk/>
            <pc:sldMk cId="4202556726" sldId="271"/>
            <ac:spMk id="3" creationId="{A5D0A3B7-4B1C-458D-48D7-EDC26C7721EA}"/>
          </ac:spMkLst>
        </pc:spChg>
      </pc:sldChg>
      <pc:sldChg chg="modSp new mod">
        <pc:chgData name="Kushagra Singh" userId="d544485b39300f66" providerId="LiveId" clId="{E14CB0D5-A710-4E49-AABE-D5223A212189}" dt="2026-02-14T17:45:21.002" v="2079" actId="20577"/>
        <pc:sldMkLst>
          <pc:docMk/>
          <pc:sldMk cId="1021870014" sldId="272"/>
        </pc:sldMkLst>
        <pc:spChg chg="mod">
          <ac:chgData name="Kushagra Singh" userId="d544485b39300f66" providerId="LiveId" clId="{E14CB0D5-A710-4E49-AABE-D5223A212189}" dt="2026-02-14T16:32:23.380" v="1663" actId="2711"/>
          <ac:spMkLst>
            <pc:docMk/>
            <pc:sldMk cId="1021870014" sldId="272"/>
            <ac:spMk id="2" creationId="{35DC1AA8-5EE2-2201-1F4D-704DE754BA4A}"/>
          </ac:spMkLst>
        </pc:spChg>
        <pc:spChg chg="mod">
          <ac:chgData name="Kushagra Singh" userId="d544485b39300f66" providerId="LiveId" clId="{E14CB0D5-A710-4E49-AABE-D5223A212189}" dt="2026-02-14T17:45:21.002" v="2079" actId="20577"/>
          <ac:spMkLst>
            <pc:docMk/>
            <pc:sldMk cId="1021870014" sldId="272"/>
            <ac:spMk id="3" creationId="{1CE55C98-7630-9B49-0F1A-2D62BFC5B56F}"/>
          </ac:spMkLst>
        </pc:spChg>
      </pc:sldChg>
      <pc:sldChg chg="addSp delSp modSp new mod">
        <pc:chgData name="Kushagra Singh" userId="d544485b39300f66" providerId="LiveId" clId="{E14CB0D5-A710-4E49-AABE-D5223A212189}" dt="2026-02-14T17:33:07.777" v="2076"/>
        <pc:sldMkLst>
          <pc:docMk/>
          <pc:sldMk cId="639688946" sldId="273"/>
        </pc:sldMkLst>
        <pc:spChg chg="mod">
          <ac:chgData name="Kushagra Singh" userId="d544485b39300f66" providerId="LiveId" clId="{E14CB0D5-A710-4E49-AABE-D5223A212189}" dt="2026-02-14T17:07:01.176" v="1715" actId="20577"/>
          <ac:spMkLst>
            <pc:docMk/>
            <pc:sldMk cId="639688946" sldId="273"/>
            <ac:spMk id="2" creationId="{7D859742-A515-0F41-1E7D-E5B21444CE76}"/>
          </ac:spMkLst>
        </pc:spChg>
        <pc:graphicFrameChg chg="add mod modGraphic">
          <ac:chgData name="Kushagra Singh" userId="d544485b39300f66" providerId="LiveId" clId="{E14CB0D5-A710-4E49-AABE-D5223A212189}" dt="2026-02-14T17:33:07.777" v="2076"/>
          <ac:graphicFrameMkLst>
            <pc:docMk/>
            <pc:sldMk cId="639688946" sldId="273"/>
            <ac:graphicFrameMk id="5" creationId="{3FD7D740-34F7-EB6E-40D2-B5A023493314}"/>
          </ac:graphicFrameMkLst>
        </pc:graphicFrameChg>
      </pc:sldChg>
      <pc:sldChg chg="addSp delSp modSp new mod">
        <pc:chgData name="Kushagra Singh" userId="d544485b39300f66" providerId="LiveId" clId="{E14CB0D5-A710-4E49-AABE-D5223A212189}" dt="2026-02-19T07:15:47.081" v="2617" actId="14100"/>
        <pc:sldMkLst>
          <pc:docMk/>
          <pc:sldMk cId="3310950981" sldId="274"/>
        </pc:sldMkLst>
        <pc:spChg chg="mod">
          <ac:chgData name="Kushagra Singh" userId="d544485b39300f66" providerId="LiveId" clId="{E14CB0D5-A710-4E49-AABE-D5223A212189}" dt="2026-02-14T18:08:12.826" v="2102" actId="20577"/>
          <ac:spMkLst>
            <pc:docMk/>
            <pc:sldMk cId="3310950981" sldId="274"/>
            <ac:spMk id="2" creationId="{554BEDFC-5FF8-C275-F620-CA26584ACC24}"/>
          </ac:spMkLst>
        </pc:spChg>
        <pc:picChg chg="add mod">
          <ac:chgData name="Kushagra Singh" userId="d544485b39300f66" providerId="LiveId" clId="{E14CB0D5-A710-4E49-AABE-D5223A212189}" dt="2026-02-14T19:36:17.069" v="2361" actId="1076"/>
          <ac:picMkLst>
            <pc:docMk/>
            <pc:sldMk cId="3310950981" sldId="274"/>
            <ac:picMk id="4" creationId="{3C027FCC-1C07-0DE3-9223-2F9EFC4207BC}"/>
          </ac:picMkLst>
        </pc:picChg>
        <pc:picChg chg="add mod ord">
          <ac:chgData name="Kushagra Singh" userId="d544485b39300f66" providerId="LiveId" clId="{E14CB0D5-A710-4E49-AABE-D5223A212189}" dt="2026-02-14T18:09:03.128" v="2109" actId="14100"/>
          <ac:picMkLst>
            <pc:docMk/>
            <pc:sldMk cId="3310950981" sldId="274"/>
            <ac:picMk id="5" creationId="{FBE11491-3F1B-F7DE-9A79-B795F7355472}"/>
          </ac:picMkLst>
        </pc:picChg>
        <pc:picChg chg="add mod">
          <ac:chgData name="Kushagra Singh" userId="d544485b39300f66" providerId="LiveId" clId="{E14CB0D5-A710-4E49-AABE-D5223A212189}" dt="2026-02-19T07:15:47.081" v="2617" actId="14100"/>
          <ac:picMkLst>
            <pc:docMk/>
            <pc:sldMk cId="3310950981" sldId="274"/>
            <ac:picMk id="6" creationId="{5F6DFEAA-909D-7123-30EC-2CCEA9C78878}"/>
          </ac:picMkLst>
        </pc:picChg>
        <pc:picChg chg="add del mod">
          <ac:chgData name="Kushagra Singh" userId="d544485b39300f66" providerId="LiveId" clId="{E14CB0D5-A710-4E49-AABE-D5223A212189}" dt="2026-02-19T07:15:39.882" v="2615" actId="21"/>
          <ac:picMkLst>
            <pc:docMk/>
            <pc:sldMk cId="3310950981" sldId="274"/>
            <ac:picMk id="7" creationId="{056231BF-C871-7503-F7B8-3C729D0F1F9B}"/>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F0BAF97-7714-4D06-AAC8-68C0DC8A4889}" type="doc">
      <dgm:prSet loTypeId="urn:microsoft.com/office/officeart/2005/8/layout/bProcess3" loCatId="process" qsTypeId="urn:microsoft.com/office/officeart/2005/8/quickstyle/simple1" qsCatId="simple" csTypeId="urn:microsoft.com/office/officeart/2005/8/colors/accent1_2" csCatId="accent1" phldr="1"/>
      <dgm:spPr/>
      <dgm:t>
        <a:bodyPr/>
        <a:lstStyle/>
        <a:p>
          <a:endParaRPr lang="en-IN"/>
        </a:p>
      </dgm:t>
    </dgm:pt>
    <dgm:pt modelId="{3DDA1875-09B8-4CD5-BBF1-DB78BC23D0FA}">
      <dgm:prSet phldrT="[Text]" phldr="0" custT="1"/>
      <dgm:spPr/>
      <dgm:t>
        <a:bodyPr/>
        <a:lstStyle/>
        <a:p>
          <a:r>
            <a:rPr lang="en-IN" sz="2000" dirty="0">
              <a:latin typeface="Times New Roman" panose="02020603050405020304" pitchFamily="18" charset="0"/>
              <a:cs typeface="Times New Roman" panose="02020603050405020304" pitchFamily="18" charset="0"/>
            </a:rPr>
            <a:t>Data Preprocessing</a:t>
          </a:r>
        </a:p>
        <a:p>
          <a:r>
            <a:rPr lang="en-IN" sz="2000" dirty="0">
              <a:latin typeface="Times New Roman" panose="02020603050405020304" pitchFamily="18" charset="0"/>
              <a:cs typeface="Times New Roman" panose="02020603050405020304" pitchFamily="18" charset="0"/>
            </a:rPr>
            <a:t>(Handling Missing values, label encoding, feature scaling, train test split)</a:t>
          </a:r>
        </a:p>
      </dgm:t>
    </dgm:pt>
    <dgm:pt modelId="{BB7534BF-507A-4DF8-9408-E75FE0342BF2}" type="parTrans" cxnId="{8E3981F2-CC8C-48A5-BEF6-01E832273AA2}">
      <dgm:prSet/>
      <dgm:spPr/>
      <dgm:t>
        <a:bodyPr/>
        <a:lstStyle/>
        <a:p>
          <a:endParaRPr lang="en-IN"/>
        </a:p>
      </dgm:t>
    </dgm:pt>
    <dgm:pt modelId="{7C7B3D75-B794-44C1-8802-F914932D562B}" type="sibTrans" cxnId="{8E3981F2-CC8C-48A5-BEF6-01E832273AA2}">
      <dgm:prSet/>
      <dgm:spPr/>
      <dgm:t>
        <a:bodyPr/>
        <a:lstStyle/>
        <a:p>
          <a:endParaRPr lang="en-IN"/>
        </a:p>
      </dgm:t>
    </dgm:pt>
    <dgm:pt modelId="{92D42C2A-64C2-4835-90BA-3ADEADED413F}">
      <dgm:prSet phldrT="[Text]" phldr="0" custT="1"/>
      <dgm:spPr/>
      <dgm:t>
        <a:bodyPr/>
        <a:lstStyle/>
        <a:p>
          <a:r>
            <a:rPr lang="en-IN" sz="2000" dirty="0">
              <a:latin typeface="Times New Roman" panose="02020603050405020304" pitchFamily="18" charset="0"/>
              <a:cs typeface="Times New Roman" panose="02020603050405020304" pitchFamily="18" charset="0"/>
            </a:rPr>
            <a:t>Model Training (Random Forest, SVM, KNN, Logistic Regression, Decision Trees, Naïve Bayes)</a:t>
          </a:r>
        </a:p>
      </dgm:t>
    </dgm:pt>
    <dgm:pt modelId="{3F193FB6-ABB6-4021-9862-52FF1B6BD79B}" type="parTrans" cxnId="{AA49154D-C5EE-4078-9C11-48611E6B4622}">
      <dgm:prSet/>
      <dgm:spPr/>
      <dgm:t>
        <a:bodyPr/>
        <a:lstStyle/>
        <a:p>
          <a:endParaRPr lang="en-IN"/>
        </a:p>
      </dgm:t>
    </dgm:pt>
    <dgm:pt modelId="{FB4536D7-52A9-49F6-A2FE-AE179F4F8ED5}" type="sibTrans" cxnId="{AA49154D-C5EE-4078-9C11-48611E6B4622}">
      <dgm:prSet/>
      <dgm:spPr/>
      <dgm:t>
        <a:bodyPr/>
        <a:lstStyle/>
        <a:p>
          <a:endParaRPr lang="en-IN"/>
        </a:p>
      </dgm:t>
    </dgm:pt>
    <dgm:pt modelId="{6E068E39-88AB-4EDB-B38B-AF0C662F9474}">
      <dgm:prSet phldrT="[Text]" phldr="0" custT="1"/>
      <dgm:spPr/>
      <dgm:t>
        <a:bodyPr/>
        <a:lstStyle/>
        <a:p>
          <a:r>
            <a:rPr lang="en-IN" sz="3600" dirty="0">
              <a:latin typeface="Times New Roman" panose="02020603050405020304" pitchFamily="18" charset="0"/>
              <a:cs typeface="Times New Roman" panose="02020603050405020304" pitchFamily="18" charset="0"/>
            </a:rPr>
            <a:t>Testing</a:t>
          </a:r>
        </a:p>
      </dgm:t>
    </dgm:pt>
    <dgm:pt modelId="{A366B101-6575-4ABE-8BEC-95EFFC0A6874}" type="parTrans" cxnId="{04928E8E-D653-4AA3-A6E8-79C32BCECA69}">
      <dgm:prSet/>
      <dgm:spPr/>
      <dgm:t>
        <a:bodyPr/>
        <a:lstStyle/>
        <a:p>
          <a:endParaRPr lang="en-IN"/>
        </a:p>
      </dgm:t>
    </dgm:pt>
    <dgm:pt modelId="{B990D7AF-AB50-4D11-96B7-EC47595BBE16}" type="sibTrans" cxnId="{04928E8E-D653-4AA3-A6E8-79C32BCECA69}">
      <dgm:prSet/>
      <dgm:spPr/>
      <dgm:t>
        <a:bodyPr/>
        <a:lstStyle/>
        <a:p>
          <a:endParaRPr lang="en-IN"/>
        </a:p>
      </dgm:t>
    </dgm:pt>
    <dgm:pt modelId="{0C1DAB72-F1FB-4FC0-87DA-79DE953BFFF1}">
      <dgm:prSet phldrT="[Text]" phldr="0" custT="1"/>
      <dgm:spPr/>
      <dgm:t>
        <a:bodyPr/>
        <a:lstStyle/>
        <a:p>
          <a:r>
            <a:rPr lang="en-IN" sz="2000" dirty="0">
              <a:latin typeface="Times New Roman" panose="02020603050405020304" pitchFamily="18" charset="0"/>
              <a:cs typeface="Times New Roman" panose="02020603050405020304" pitchFamily="18" charset="0"/>
            </a:rPr>
            <a:t>Evaluation (Accuracy, Precision, Recall, F1-score, Confusion matrix)</a:t>
          </a:r>
        </a:p>
      </dgm:t>
    </dgm:pt>
    <dgm:pt modelId="{BF00D1D1-D426-4EC2-80B2-68BD0D37EBF6}" type="parTrans" cxnId="{AB8C3F98-9B0E-4C5C-9C58-DAFB678B9EBF}">
      <dgm:prSet/>
      <dgm:spPr/>
      <dgm:t>
        <a:bodyPr/>
        <a:lstStyle/>
        <a:p>
          <a:endParaRPr lang="en-IN"/>
        </a:p>
      </dgm:t>
    </dgm:pt>
    <dgm:pt modelId="{42AFFF6B-6182-454A-AE3D-0B874B7FD3DF}" type="sibTrans" cxnId="{AB8C3F98-9B0E-4C5C-9C58-DAFB678B9EBF}">
      <dgm:prSet/>
      <dgm:spPr/>
      <dgm:t>
        <a:bodyPr/>
        <a:lstStyle/>
        <a:p>
          <a:endParaRPr lang="en-IN"/>
        </a:p>
      </dgm:t>
    </dgm:pt>
    <dgm:pt modelId="{48E46310-E681-41B8-8A5C-EAB771E07F00}">
      <dgm:prSet phldrT="[Text]" phldr="0" custT="1"/>
      <dgm:spPr/>
      <dgm:t>
        <a:bodyPr/>
        <a:lstStyle/>
        <a:p>
          <a:r>
            <a:rPr lang="en-IN" sz="2000" dirty="0">
              <a:latin typeface="Times New Roman" panose="02020603050405020304" pitchFamily="18" charset="0"/>
              <a:cs typeface="Times New Roman" panose="02020603050405020304" pitchFamily="18" charset="0"/>
            </a:rPr>
            <a:t>Choosing the best Algorithm</a:t>
          </a:r>
        </a:p>
      </dgm:t>
    </dgm:pt>
    <dgm:pt modelId="{30D6020B-1C9D-41FC-A937-D4E6CCDB4F11}" type="parTrans" cxnId="{E3043947-0924-49B4-A040-8B942114F1B6}">
      <dgm:prSet/>
      <dgm:spPr/>
      <dgm:t>
        <a:bodyPr/>
        <a:lstStyle/>
        <a:p>
          <a:endParaRPr lang="en-IN"/>
        </a:p>
      </dgm:t>
    </dgm:pt>
    <dgm:pt modelId="{AA7718B6-8435-432C-B63C-12A626CA7EF5}" type="sibTrans" cxnId="{E3043947-0924-49B4-A040-8B942114F1B6}">
      <dgm:prSet/>
      <dgm:spPr/>
      <dgm:t>
        <a:bodyPr/>
        <a:lstStyle/>
        <a:p>
          <a:endParaRPr lang="en-IN"/>
        </a:p>
      </dgm:t>
    </dgm:pt>
    <dgm:pt modelId="{5DF485BC-37AE-451D-9EE4-6B6B66A65C73}" type="pres">
      <dgm:prSet presAssocID="{9F0BAF97-7714-4D06-AAC8-68C0DC8A4889}" presName="Name0" presStyleCnt="0">
        <dgm:presLayoutVars>
          <dgm:dir/>
          <dgm:resizeHandles val="exact"/>
        </dgm:presLayoutVars>
      </dgm:prSet>
      <dgm:spPr/>
    </dgm:pt>
    <dgm:pt modelId="{71FC4061-9879-482F-A9B5-F4DCA3089272}" type="pres">
      <dgm:prSet presAssocID="{3DDA1875-09B8-4CD5-BBF1-DB78BC23D0FA}" presName="node" presStyleLbl="node1" presStyleIdx="0" presStyleCnt="5">
        <dgm:presLayoutVars>
          <dgm:bulletEnabled val="1"/>
        </dgm:presLayoutVars>
      </dgm:prSet>
      <dgm:spPr/>
    </dgm:pt>
    <dgm:pt modelId="{B9D39728-D194-4666-9E5D-7EC3F473FD56}" type="pres">
      <dgm:prSet presAssocID="{7C7B3D75-B794-44C1-8802-F914932D562B}" presName="sibTrans" presStyleLbl="sibTrans1D1" presStyleIdx="0" presStyleCnt="4"/>
      <dgm:spPr/>
    </dgm:pt>
    <dgm:pt modelId="{3EE55BB3-BBAE-4622-9F83-D2CEBB985DDD}" type="pres">
      <dgm:prSet presAssocID="{7C7B3D75-B794-44C1-8802-F914932D562B}" presName="connectorText" presStyleLbl="sibTrans1D1" presStyleIdx="0" presStyleCnt="4"/>
      <dgm:spPr/>
    </dgm:pt>
    <dgm:pt modelId="{E4C1541D-1F1C-4537-A59A-190D99043210}" type="pres">
      <dgm:prSet presAssocID="{92D42C2A-64C2-4835-90BA-3ADEADED413F}" presName="node" presStyleLbl="node1" presStyleIdx="1" presStyleCnt="5">
        <dgm:presLayoutVars>
          <dgm:bulletEnabled val="1"/>
        </dgm:presLayoutVars>
      </dgm:prSet>
      <dgm:spPr/>
    </dgm:pt>
    <dgm:pt modelId="{0BCD9F8A-B579-4521-809B-D07DA7DF6B63}" type="pres">
      <dgm:prSet presAssocID="{FB4536D7-52A9-49F6-A2FE-AE179F4F8ED5}" presName="sibTrans" presStyleLbl="sibTrans1D1" presStyleIdx="1" presStyleCnt="4"/>
      <dgm:spPr/>
    </dgm:pt>
    <dgm:pt modelId="{419BD213-1454-4A5E-A700-0147E83720A8}" type="pres">
      <dgm:prSet presAssocID="{FB4536D7-52A9-49F6-A2FE-AE179F4F8ED5}" presName="connectorText" presStyleLbl="sibTrans1D1" presStyleIdx="1" presStyleCnt="4"/>
      <dgm:spPr/>
    </dgm:pt>
    <dgm:pt modelId="{25955A79-399E-4F92-9491-0C55E5006E2C}" type="pres">
      <dgm:prSet presAssocID="{6E068E39-88AB-4EDB-B38B-AF0C662F9474}" presName="node" presStyleLbl="node1" presStyleIdx="2" presStyleCnt="5" custLinFactNeighborX="266" custLinFactNeighborY="-941">
        <dgm:presLayoutVars>
          <dgm:bulletEnabled val="1"/>
        </dgm:presLayoutVars>
      </dgm:prSet>
      <dgm:spPr/>
    </dgm:pt>
    <dgm:pt modelId="{34846C2B-3CB9-46C9-AB43-8853FA1C0785}" type="pres">
      <dgm:prSet presAssocID="{B990D7AF-AB50-4D11-96B7-EC47595BBE16}" presName="sibTrans" presStyleLbl="sibTrans1D1" presStyleIdx="2" presStyleCnt="4"/>
      <dgm:spPr/>
    </dgm:pt>
    <dgm:pt modelId="{BE333F5B-775D-4A08-8107-C7A0D192A937}" type="pres">
      <dgm:prSet presAssocID="{B990D7AF-AB50-4D11-96B7-EC47595BBE16}" presName="connectorText" presStyleLbl="sibTrans1D1" presStyleIdx="2" presStyleCnt="4"/>
      <dgm:spPr/>
    </dgm:pt>
    <dgm:pt modelId="{2E3BC211-C651-4B52-AF5A-A16A7D4A752C}" type="pres">
      <dgm:prSet presAssocID="{0C1DAB72-F1FB-4FC0-87DA-79DE953BFFF1}" presName="node" presStyleLbl="node1" presStyleIdx="3" presStyleCnt="5">
        <dgm:presLayoutVars>
          <dgm:bulletEnabled val="1"/>
        </dgm:presLayoutVars>
      </dgm:prSet>
      <dgm:spPr/>
    </dgm:pt>
    <dgm:pt modelId="{F4B24C4D-F436-4882-8DFB-682578065723}" type="pres">
      <dgm:prSet presAssocID="{42AFFF6B-6182-454A-AE3D-0B874B7FD3DF}" presName="sibTrans" presStyleLbl="sibTrans1D1" presStyleIdx="3" presStyleCnt="4"/>
      <dgm:spPr/>
    </dgm:pt>
    <dgm:pt modelId="{129CCD87-5D46-45C0-98ED-2D4AE14367A1}" type="pres">
      <dgm:prSet presAssocID="{42AFFF6B-6182-454A-AE3D-0B874B7FD3DF}" presName="connectorText" presStyleLbl="sibTrans1D1" presStyleIdx="3" presStyleCnt="4"/>
      <dgm:spPr/>
    </dgm:pt>
    <dgm:pt modelId="{F56BE9FB-A1C8-4C08-BE20-95B2535453B8}" type="pres">
      <dgm:prSet presAssocID="{48E46310-E681-41B8-8A5C-EAB771E07F00}" presName="node" presStyleLbl="node1" presStyleIdx="4" presStyleCnt="5">
        <dgm:presLayoutVars>
          <dgm:bulletEnabled val="1"/>
        </dgm:presLayoutVars>
      </dgm:prSet>
      <dgm:spPr/>
    </dgm:pt>
  </dgm:ptLst>
  <dgm:cxnLst>
    <dgm:cxn modelId="{944C5F0C-5789-4B59-BAD4-2365F85E0C00}" type="presOf" srcId="{48E46310-E681-41B8-8A5C-EAB771E07F00}" destId="{F56BE9FB-A1C8-4C08-BE20-95B2535453B8}" srcOrd="0" destOrd="0" presId="urn:microsoft.com/office/officeart/2005/8/layout/bProcess3"/>
    <dgm:cxn modelId="{0D071762-D0A8-4436-9151-FA5C5D725400}" type="presOf" srcId="{92D42C2A-64C2-4835-90BA-3ADEADED413F}" destId="{E4C1541D-1F1C-4537-A59A-190D99043210}" srcOrd="0" destOrd="0" presId="urn:microsoft.com/office/officeart/2005/8/layout/bProcess3"/>
    <dgm:cxn modelId="{E3043947-0924-49B4-A040-8B942114F1B6}" srcId="{9F0BAF97-7714-4D06-AAC8-68C0DC8A4889}" destId="{48E46310-E681-41B8-8A5C-EAB771E07F00}" srcOrd="4" destOrd="0" parTransId="{30D6020B-1C9D-41FC-A937-D4E6CCDB4F11}" sibTransId="{AA7718B6-8435-432C-B63C-12A626CA7EF5}"/>
    <dgm:cxn modelId="{AA49154D-C5EE-4078-9C11-48611E6B4622}" srcId="{9F0BAF97-7714-4D06-AAC8-68C0DC8A4889}" destId="{92D42C2A-64C2-4835-90BA-3ADEADED413F}" srcOrd="1" destOrd="0" parTransId="{3F193FB6-ABB6-4021-9862-52FF1B6BD79B}" sibTransId="{FB4536D7-52A9-49F6-A2FE-AE179F4F8ED5}"/>
    <dgm:cxn modelId="{5C90A454-5404-49C2-B2F7-48461AC7DBC8}" type="presOf" srcId="{0C1DAB72-F1FB-4FC0-87DA-79DE953BFFF1}" destId="{2E3BC211-C651-4B52-AF5A-A16A7D4A752C}" srcOrd="0" destOrd="0" presId="urn:microsoft.com/office/officeart/2005/8/layout/bProcess3"/>
    <dgm:cxn modelId="{CA09CB75-2FA5-400E-9358-8A8E605F476F}" type="presOf" srcId="{9F0BAF97-7714-4D06-AAC8-68C0DC8A4889}" destId="{5DF485BC-37AE-451D-9EE4-6B6B66A65C73}" srcOrd="0" destOrd="0" presId="urn:microsoft.com/office/officeart/2005/8/layout/bProcess3"/>
    <dgm:cxn modelId="{68CE0256-55E9-4DF0-B562-886927153811}" type="presOf" srcId="{FB4536D7-52A9-49F6-A2FE-AE179F4F8ED5}" destId="{0BCD9F8A-B579-4521-809B-D07DA7DF6B63}" srcOrd="0" destOrd="0" presId="urn:microsoft.com/office/officeart/2005/8/layout/bProcess3"/>
    <dgm:cxn modelId="{C4FEDD76-263F-45AA-B35D-C746F9F7D28D}" type="presOf" srcId="{7C7B3D75-B794-44C1-8802-F914932D562B}" destId="{B9D39728-D194-4666-9E5D-7EC3F473FD56}" srcOrd="0" destOrd="0" presId="urn:microsoft.com/office/officeart/2005/8/layout/bProcess3"/>
    <dgm:cxn modelId="{3C315B81-EE74-41CB-9378-F7AEEE84F6DC}" type="presOf" srcId="{3DDA1875-09B8-4CD5-BBF1-DB78BC23D0FA}" destId="{71FC4061-9879-482F-A9B5-F4DCA3089272}" srcOrd="0" destOrd="0" presId="urn:microsoft.com/office/officeart/2005/8/layout/bProcess3"/>
    <dgm:cxn modelId="{0395B68A-6CE6-40C0-B525-CED0B42C61BF}" type="presOf" srcId="{B990D7AF-AB50-4D11-96B7-EC47595BBE16}" destId="{BE333F5B-775D-4A08-8107-C7A0D192A937}" srcOrd="1" destOrd="0" presId="urn:microsoft.com/office/officeart/2005/8/layout/bProcess3"/>
    <dgm:cxn modelId="{52E9308C-CCF6-4418-98DD-FA96C574FBC9}" type="presOf" srcId="{6E068E39-88AB-4EDB-B38B-AF0C662F9474}" destId="{25955A79-399E-4F92-9491-0C55E5006E2C}" srcOrd="0" destOrd="0" presId="urn:microsoft.com/office/officeart/2005/8/layout/bProcess3"/>
    <dgm:cxn modelId="{04928E8E-D653-4AA3-A6E8-79C32BCECA69}" srcId="{9F0BAF97-7714-4D06-AAC8-68C0DC8A4889}" destId="{6E068E39-88AB-4EDB-B38B-AF0C662F9474}" srcOrd="2" destOrd="0" parTransId="{A366B101-6575-4ABE-8BEC-95EFFC0A6874}" sibTransId="{B990D7AF-AB50-4D11-96B7-EC47595BBE16}"/>
    <dgm:cxn modelId="{AB8C3F98-9B0E-4C5C-9C58-DAFB678B9EBF}" srcId="{9F0BAF97-7714-4D06-AAC8-68C0DC8A4889}" destId="{0C1DAB72-F1FB-4FC0-87DA-79DE953BFFF1}" srcOrd="3" destOrd="0" parTransId="{BF00D1D1-D426-4EC2-80B2-68BD0D37EBF6}" sibTransId="{42AFFF6B-6182-454A-AE3D-0B874B7FD3DF}"/>
    <dgm:cxn modelId="{B27A9DA1-277C-4EEF-8263-283E3F76D62A}" type="presOf" srcId="{42AFFF6B-6182-454A-AE3D-0B874B7FD3DF}" destId="{129CCD87-5D46-45C0-98ED-2D4AE14367A1}" srcOrd="1" destOrd="0" presId="urn:microsoft.com/office/officeart/2005/8/layout/bProcess3"/>
    <dgm:cxn modelId="{C417DCB5-E4C0-4FFC-A0EF-D4794CE15C75}" type="presOf" srcId="{FB4536D7-52A9-49F6-A2FE-AE179F4F8ED5}" destId="{419BD213-1454-4A5E-A700-0147E83720A8}" srcOrd="1" destOrd="0" presId="urn:microsoft.com/office/officeart/2005/8/layout/bProcess3"/>
    <dgm:cxn modelId="{532B48DF-D788-4BBB-AB30-A866D5990924}" type="presOf" srcId="{B990D7AF-AB50-4D11-96B7-EC47595BBE16}" destId="{34846C2B-3CB9-46C9-AB43-8853FA1C0785}" srcOrd="0" destOrd="0" presId="urn:microsoft.com/office/officeart/2005/8/layout/bProcess3"/>
    <dgm:cxn modelId="{234685E6-6419-4479-B190-8E818DDDB747}" type="presOf" srcId="{42AFFF6B-6182-454A-AE3D-0B874B7FD3DF}" destId="{F4B24C4D-F436-4882-8DFB-682578065723}" srcOrd="0" destOrd="0" presId="urn:microsoft.com/office/officeart/2005/8/layout/bProcess3"/>
    <dgm:cxn modelId="{8D5238ED-0656-4ED6-8009-EE793D8E9E17}" type="presOf" srcId="{7C7B3D75-B794-44C1-8802-F914932D562B}" destId="{3EE55BB3-BBAE-4622-9F83-D2CEBB985DDD}" srcOrd="1" destOrd="0" presId="urn:microsoft.com/office/officeart/2005/8/layout/bProcess3"/>
    <dgm:cxn modelId="{8E3981F2-CC8C-48A5-BEF6-01E832273AA2}" srcId="{9F0BAF97-7714-4D06-AAC8-68C0DC8A4889}" destId="{3DDA1875-09B8-4CD5-BBF1-DB78BC23D0FA}" srcOrd="0" destOrd="0" parTransId="{BB7534BF-507A-4DF8-9408-E75FE0342BF2}" sibTransId="{7C7B3D75-B794-44C1-8802-F914932D562B}"/>
    <dgm:cxn modelId="{90664065-D3F0-4C4A-AD1A-288A70C5FABA}" type="presParOf" srcId="{5DF485BC-37AE-451D-9EE4-6B6B66A65C73}" destId="{71FC4061-9879-482F-A9B5-F4DCA3089272}" srcOrd="0" destOrd="0" presId="urn:microsoft.com/office/officeart/2005/8/layout/bProcess3"/>
    <dgm:cxn modelId="{EE2C5908-84C1-43D5-910C-BA0FE736D60E}" type="presParOf" srcId="{5DF485BC-37AE-451D-9EE4-6B6B66A65C73}" destId="{B9D39728-D194-4666-9E5D-7EC3F473FD56}" srcOrd="1" destOrd="0" presId="urn:microsoft.com/office/officeart/2005/8/layout/bProcess3"/>
    <dgm:cxn modelId="{704C0C51-E9AB-4129-A3DF-37F893D2AE02}" type="presParOf" srcId="{B9D39728-D194-4666-9E5D-7EC3F473FD56}" destId="{3EE55BB3-BBAE-4622-9F83-D2CEBB985DDD}" srcOrd="0" destOrd="0" presId="urn:microsoft.com/office/officeart/2005/8/layout/bProcess3"/>
    <dgm:cxn modelId="{A5D9719B-4CB0-4C76-9B28-43717ACE50C2}" type="presParOf" srcId="{5DF485BC-37AE-451D-9EE4-6B6B66A65C73}" destId="{E4C1541D-1F1C-4537-A59A-190D99043210}" srcOrd="2" destOrd="0" presId="urn:microsoft.com/office/officeart/2005/8/layout/bProcess3"/>
    <dgm:cxn modelId="{41D272B0-E2DA-483A-A71E-E3D60C15B1A9}" type="presParOf" srcId="{5DF485BC-37AE-451D-9EE4-6B6B66A65C73}" destId="{0BCD9F8A-B579-4521-809B-D07DA7DF6B63}" srcOrd="3" destOrd="0" presId="urn:microsoft.com/office/officeart/2005/8/layout/bProcess3"/>
    <dgm:cxn modelId="{D1F00F1D-2A7E-44B8-95FA-745EBF9E3684}" type="presParOf" srcId="{0BCD9F8A-B579-4521-809B-D07DA7DF6B63}" destId="{419BD213-1454-4A5E-A700-0147E83720A8}" srcOrd="0" destOrd="0" presId="urn:microsoft.com/office/officeart/2005/8/layout/bProcess3"/>
    <dgm:cxn modelId="{6F3EB0C5-3925-4990-BC35-D01638889F8F}" type="presParOf" srcId="{5DF485BC-37AE-451D-9EE4-6B6B66A65C73}" destId="{25955A79-399E-4F92-9491-0C55E5006E2C}" srcOrd="4" destOrd="0" presId="urn:microsoft.com/office/officeart/2005/8/layout/bProcess3"/>
    <dgm:cxn modelId="{ADFDF95E-BAC5-41EB-80D7-A11159482819}" type="presParOf" srcId="{5DF485BC-37AE-451D-9EE4-6B6B66A65C73}" destId="{34846C2B-3CB9-46C9-AB43-8853FA1C0785}" srcOrd="5" destOrd="0" presId="urn:microsoft.com/office/officeart/2005/8/layout/bProcess3"/>
    <dgm:cxn modelId="{FB5B7D34-3D67-46D7-AFA2-B2331B0CEBF6}" type="presParOf" srcId="{34846C2B-3CB9-46C9-AB43-8853FA1C0785}" destId="{BE333F5B-775D-4A08-8107-C7A0D192A937}" srcOrd="0" destOrd="0" presId="urn:microsoft.com/office/officeart/2005/8/layout/bProcess3"/>
    <dgm:cxn modelId="{ED854A8A-97E8-457A-AEF7-029BD6B55CC6}" type="presParOf" srcId="{5DF485BC-37AE-451D-9EE4-6B6B66A65C73}" destId="{2E3BC211-C651-4B52-AF5A-A16A7D4A752C}" srcOrd="6" destOrd="0" presId="urn:microsoft.com/office/officeart/2005/8/layout/bProcess3"/>
    <dgm:cxn modelId="{8AE3ADCA-91A5-45AB-8EBA-6D8859AF6C44}" type="presParOf" srcId="{5DF485BC-37AE-451D-9EE4-6B6B66A65C73}" destId="{F4B24C4D-F436-4882-8DFB-682578065723}" srcOrd="7" destOrd="0" presId="urn:microsoft.com/office/officeart/2005/8/layout/bProcess3"/>
    <dgm:cxn modelId="{AF5850EC-6927-49CD-A60B-E99A8EC77E41}" type="presParOf" srcId="{F4B24C4D-F436-4882-8DFB-682578065723}" destId="{129CCD87-5D46-45C0-98ED-2D4AE14367A1}" srcOrd="0" destOrd="0" presId="urn:microsoft.com/office/officeart/2005/8/layout/bProcess3"/>
    <dgm:cxn modelId="{ED906B08-2B3D-491F-A5D6-2E4A80160855}" type="presParOf" srcId="{5DF485BC-37AE-451D-9EE4-6B6B66A65C73}" destId="{F56BE9FB-A1C8-4C08-BE20-95B2535453B8}" srcOrd="8"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D39728-D194-4666-9E5D-7EC3F473FD56}">
      <dsp:nvSpPr>
        <dsp:cNvPr id="0" name=""/>
        <dsp:cNvSpPr/>
      </dsp:nvSpPr>
      <dsp:spPr>
        <a:xfrm>
          <a:off x="3040792" y="870618"/>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3357014" y="912848"/>
        <a:ext cx="34897" cy="6979"/>
      </dsp:txXfrm>
    </dsp:sp>
    <dsp:sp modelId="{71FC4061-9879-482F-A9B5-F4DCA3089272}">
      <dsp:nvSpPr>
        <dsp:cNvPr id="0" name=""/>
        <dsp:cNvSpPr/>
      </dsp:nvSpPr>
      <dsp:spPr>
        <a:xfrm>
          <a:off x="8061" y="5979"/>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Data Preprocessing</a:t>
          </a:r>
        </a:p>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(Handling Missing values, label encoding, feature scaling, train test split)</a:t>
          </a:r>
        </a:p>
      </dsp:txBody>
      <dsp:txXfrm>
        <a:off x="8061" y="5979"/>
        <a:ext cx="3034531" cy="1820718"/>
      </dsp:txXfrm>
    </dsp:sp>
    <dsp:sp modelId="{0BCD9F8A-B579-4521-809B-D07DA7DF6B63}">
      <dsp:nvSpPr>
        <dsp:cNvPr id="0" name=""/>
        <dsp:cNvSpPr/>
      </dsp:nvSpPr>
      <dsp:spPr>
        <a:xfrm>
          <a:off x="6773265" y="864639"/>
          <a:ext cx="675403" cy="91440"/>
        </a:xfrm>
        <a:custGeom>
          <a:avLst/>
          <a:gdLst/>
          <a:ahLst/>
          <a:cxnLst/>
          <a:rect l="0" t="0" r="0" b="0"/>
          <a:pathLst>
            <a:path>
              <a:moveTo>
                <a:pt x="0" y="51699"/>
              </a:moveTo>
              <a:lnTo>
                <a:pt x="354801" y="51699"/>
              </a:lnTo>
              <a:lnTo>
                <a:pt x="354801" y="45720"/>
              </a:lnTo>
              <a:lnTo>
                <a:pt x="675403"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7093316" y="906869"/>
        <a:ext cx="35301" cy="6979"/>
      </dsp:txXfrm>
    </dsp:sp>
    <dsp:sp modelId="{E4C1541D-1F1C-4537-A59A-190D99043210}">
      <dsp:nvSpPr>
        <dsp:cNvPr id="0" name=""/>
        <dsp:cNvSpPr/>
      </dsp:nvSpPr>
      <dsp:spPr>
        <a:xfrm>
          <a:off x="3740534" y="5979"/>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Model Training (Random Forest, SVM, KNN, Logistic Regression, Decision Trees, Naïve Bayes)</a:t>
          </a:r>
        </a:p>
      </dsp:txBody>
      <dsp:txXfrm>
        <a:off x="3740534" y="5979"/>
        <a:ext cx="3034531" cy="1820718"/>
      </dsp:txXfrm>
    </dsp:sp>
    <dsp:sp modelId="{34846C2B-3CB9-46C9-AB43-8853FA1C0785}">
      <dsp:nvSpPr>
        <dsp:cNvPr id="0" name=""/>
        <dsp:cNvSpPr/>
      </dsp:nvSpPr>
      <dsp:spPr>
        <a:xfrm>
          <a:off x="1525326" y="1818918"/>
          <a:ext cx="7473007" cy="673321"/>
        </a:xfrm>
        <a:custGeom>
          <a:avLst/>
          <a:gdLst/>
          <a:ahLst/>
          <a:cxnLst/>
          <a:rect l="0" t="0" r="0" b="0"/>
          <a:pathLst>
            <a:path>
              <a:moveTo>
                <a:pt x="7473007" y="0"/>
              </a:moveTo>
              <a:lnTo>
                <a:pt x="7473007" y="353760"/>
              </a:lnTo>
              <a:lnTo>
                <a:pt x="0" y="353760"/>
              </a:lnTo>
              <a:lnTo>
                <a:pt x="0" y="673321"/>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5074178" y="2152089"/>
        <a:ext cx="375304" cy="6979"/>
      </dsp:txXfrm>
    </dsp:sp>
    <dsp:sp modelId="{25955A79-399E-4F92-9491-0C55E5006E2C}">
      <dsp:nvSpPr>
        <dsp:cNvPr id="0" name=""/>
        <dsp:cNvSpPr/>
      </dsp:nvSpPr>
      <dsp:spPr>
        <a:xfrm>
          <a:off x="7481068" y="0"/>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6032" tIns="256032" rIns="256032" bIns="256032" numCol="1" spcCol="1270" anchor="ctr" anchorCtr="0">
          <a:noAutofit/>
        </a:bodyPr>
        <a:lstStyle/>
        <a:p>
          <a:pPr marL="0" lvl="0" indent="0" algn="ctr" defTabSz="1600200">
            <a:lnSpc>
              <a:spcPct val="90000"/>
            </a:lnSpc>
            <a:spcBef>
              <a:spcPct val="0"/>
            </a:spcBef>
            <a:spcAft>
              <a:spcPct val="35000"/>
            </a:spcAft>
            <a:buNone/>
          </a:pPr>
          <a:r>
            <a:rPr lang="en-IN" sz="3600" kern="1200" dirty="0">
              <a:latin typeface="Times New Roman" panose="02020603050405020304" pitchFamily="18" charset="0"/>
              <a:cs typeface="Times New Roman" panose="02020603050405020304" pitchFamily="18" charset="0"/>
            </a:rPr>
            <a:t>Testing</a:t>
          </a:r>
        </a:p>
      </dsp:txBody>
      <dsp:txXfrm>
        <a:off x="7481068" y="0"/>
        <a:ext cx="3034531" cy="1820718"/>
      </dsp:txXfrm>
    </dsp:sp>
    <dsp:sp modelId="{F4B24C4D-F436-4882-8DFB-682578065723}">
      <dsp:nvSpPr>
        <dsp:cNvPr id="0" name=""/>
        <dsp:cNvSpPr/>
      </dsp:nvSpPr>
      <dsp:spPr>
        <a:xfrm>
          <a:off x="3040792" y="3389279"/>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3357014" y="3431509"/>
        <a:ext cx="34897" cy="6979"/>
      </dsp:txXfrm>
    </dsp:sp>
    <dsp:sp modelId="{2E3BC211-C651-4B52-AF5A-A16A7D4A752C}">
      <dsp:nvSpPr>
        <dsp:cNvPr id="0" name=""/>
        <dsp:cNvSpPr/>
      </dsp:nvSpPr>
      <dsp:spPr>
        <a:xfrm>
          <a:off x="8061" y="2524640"/>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Evaluation (Accuracy, Precision, Recall, F1-score, Confusion matrix)</a:t>
          </a:r>
        </a:p>
      </dsp:txBody>
      <dsp:txXfrm>
        <a:off x="8061" y="2524640"/>
        <a:ext cx="3034531" cy="1820718"/>
      </dsp:txXfrm>
    </dsp:sp>
    <dsp:sp modelId="{F56BE9FB-A1C8-4C08-BE20-95B2535453B8}">
      <dsp:nvSpPr>
        <dsp:cNvPr id="0" name=""/>
        <dsp:cNvSpPr/>
      </dsp:nvSpPr>
      <dsp:spPr>
        <a:xfrm>
          <a:off x="3740534" y="2524640"/>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Choosing the best Algorithm</a:t>
          </a:r>
        </a:p>
      </dsp:txBody>
      <dsp:txXfrm>
        <a:off x="3740534" y="2524640"/>
        <a:ext cx="3034531" cy="1820718"/>
      </dsp:txXfrm>
    </dsp:sp>
  </dsp:spTree>
</dsp:drawing>
</file>

<file path=ppt/diagrams/layout1.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DAAEFB-A47B-4BD5-B1A5-31424B0907FC}" type="datetimeFigureOut">
              <a:rPr lang="en-IN" smtClean="0"/>
              <a:t>19-02-2026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7F9394-82B7-42AD-BA76-A26D8FF941FF}" type="slidenum">
              <a:rPr lang="en-IN" smtClean="0"/>
              <a:t>‹#›</a:t>
            </a:fld>
            <a:endParaRPr lang="en-IN"/>
          </a:p>
        </p:txBody>
      </p:sp>
    </p:spTree>
    <p:extLst>
      <p:ext uri="{BB962C8B-B14F-4D97-AF65-F5344CB8AC3E}">
        <p14:creationId xmlns:p14="http://schemas.microsoft.com/office/powerpoint/2010/main" val="14685814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B7F9394-82B7-42AD-BA76-A26D8FF941FF}" type="slidenum">
              <a:rPr lang="en-IN" smtClean="0"/>
              <a:t>9</a:t>
            </a:fld>
            <a:endParaRPr lang="en-IN"/>
          </a:p>
        </p:txBody>
      </p:sp>
    </p:spTree>
    <p:extLst>
      <p:ext uri="{BB962C8B-B14F-4D97-AF65-F5344CB8AC3E}">
        <p14:creationId xmlns:p14="http://schemas.microsoft.com/office/powerpoint/2010/main" val="19043278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7369E-1D01-4E18-A41B-972E5282A5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D7ACB01-ADDD-13C8-7D78-4FD47D1E31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7C7438D-EA18-361E-D59E-1533772630BF}"/>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5" name="Footer Placeholder 4">
            <a:extLst>
              <a:ext uri="{FF2B5EF4-FFF2-40B4-BE49-F238E27FC236}">
                <a16:creationId xmlns:a16="http://schemas.microsoft.com/office/drawing/2014/main" id="{250E2FD9-74C2-C9B0-1BDC-57B92DCB66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9E74D17-63FA-E32E-A58E-46645943559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0500813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BA9A7-DC78-3CB3-7F00-929E421E9B4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28F4783-8B8F-B836-F68D-81BDF16A16E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EFE82BE-60AE-D797-7868-81B8EF463DFF}"/>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5" name="Footer Placeholder 4">
            <a:extLst>
              <a:ext uri="{FF2B5EF4-FFF2-40B4-BE49-F238E27FC236}">
                <a16:creationId xmlns:a16="http://schemas.microsoft.com/office/drawing/2014/main" id="{6DD90722-9270-7EDB-981C-B923AA08C77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9E6731-DBE6-4F74-E2CF-7659DBC87CF8}"/>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2709242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B8AFF-E64A-AF8D-BBC2-E5AB945B44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9ACB9A4-3B4F-7FE6-9B28-F5EF72B257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4CA73C0-5E6E-B28A-6C22-06D9AC4726BF}"/>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5" name="Footer Placeholder 4">
            <a:extLst>
              <a:ext uri="{FF2B5EF4-FFF2-40B4-BE49-F238E27FC236}">
                <a16:creationId xmlns:a16="http://schemas.microsoft.com/office/drawing/2014/main" id="{4C49FA3B-4073-0F86-8AC8-81E0E4C3EB6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EF5269F-612E-B784-B48A-95AA0791073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2610243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D166B-106E-C76B-9CE8-1B9A4AE5C71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843AF0E-E8F2-1B19-B65C-0E1CC0813A3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E6CFFB13-732B-DEF8-DBEC-5F73E2395F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8A273C03-C9D7-F051-B57E-8DA06873D419}"/>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6" name="Footer Placeholder 5">
            <a:extLst>
              <a:ext uri="{FF2B5EF4-FFF2-40B4-BE49-F238E27FC236}">
                <a16:creationId xmlns:a16="http://schemas.microsoft.com/office/drawing/2014/main" id="{F25D1B14-3A56-41BB-4E4A-4735998ADAD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4854A9C-028F-0B55-463A-1087581A98A1}"/>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8579032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166EC-9430-6B3D-E0CE-0A71B38A96B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1E26AD1-F80A-C09B-B640-E65D99E68F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C293B4-0027-A04C-BA3E-441C93A1D84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A4E42C3-BCA9-FB95-D8DC-7F3044ADD36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C8EFB4-7BB2-F8E3-21FC-7E4A10DFDE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7B1C773-744A-FCD3-C078-3DC992C321D2}"/>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8" name="Footer Placeholder 7">
            <a:extLst>
              <a:ext uri="{FF2B5EF4-FFF2-40B4-BE49-F238E27FC236}">
                <a16:creationId xmlns:a16="http://schemas.microsoft.com/office/drawing/2014/main" id="{55F26583-570F-F397-D583-9963BD0D010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3F8FC52-BDE3-9E21-7004-9001CC624A20}"/>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487644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D917DB-BC11-A965-7D47-A83062720EC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F559EBB-66AC-0A22-FB25-AA24D188299F}"/>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4" name="Footer Placeholder 3">
            <a:extLst>
              <a:ext uri="{FF2B5EF4-FFF2-40B4-BE49-F238E27FC236}">
                <a16:creationId xmlns:a16="http://schemas.microsoft.com/office/drawing/2014/main" id="{EF21C889-A42D-7ECD-6189-48F6199C523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33D6C85-1A5C-85A2-D47F-73050C49CBA1}"/>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9207323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56DA96-DA53-0AED-0F58-E803782E3196}"/>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3" name="Footer Placeholder 2">
            <a:extLst>
              <a:ext uri="{FF2B5EF4-FFF2-40B4-BE49-F238E27FC236}">
                <a16:creationId xmlns:a16="http://schemas.microsoft.com/office/drawing/2014/main" id="{528408AC-42F9-A3E6-20C6-19B6AFB04FFF}"/>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0579749-EC75-7164-FBE8-61C5FD951927}"/>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301235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FBE5F6-B24D-5E61-DC38-DA3F87B34E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8B0E6B7-31E9-4177-5C1F-03A7DBD36CC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6910E19-657E-B541-E036-959BA41875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A2AEC1-909F-60C3-702B-6244A8A7DA9F}"/>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6" name="Footer Placeholder 5">
            <a:extLst>
              <a:ext uri="{FF2B5EF4-FFF2-40B4-BE49-F238E27FC236}">
                <a16:creationId xmlns:a16="http://schemas.microsoft.com/office/drawing/2014/main" id="{C9E9E6BA-2E7B-3E57-2F0C-5F2FD17199B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9B71D75-64B2-1389-FADB-ED9520B8A94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317443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1262D-CF25-FD3A-5B0C-AFA7F0A7DB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29C1E524-18D7-464E-3F34-14CBF4862E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E712348-99C4-F005-5D92-24A299F993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C898F6-D595-1FDE-2158-79E6686C822F}"/>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6" name="Footer Placeholder 5">
            <a:extLst>
              <a:ext uri="{FF2B5EF4-FFF2-40B4-BE49-F238E27FC236}">
                <a16:creationId xmlns:a16="http://schemas.microsoft.com/office/drawing/2014/main" id="{D8E67F9F-625D-1107-9BCE-138B29817E1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ADC0215-9ED1-CB53-652D-46D93AD2694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1700344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EDE86-64B7-9F0A-5001-6F43A0FA6BBA}"/>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237D706-8AAA-2524-04BB-26C4624206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618E778-061C-459E-CD0C-58DCA0CF7CCD}"/>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5" name="Footer Placeholder 4">
            <a:extLst>
              <a:ext uri="{FF2B5EF4-FFF2-40B4-BE49-F238E27FC236}">
                <a16:creationId xmlns:a16="http://schemas.microsoft.com/office/drawing/2014/main" id="{78AFE4EF-7849-CFF9-1385-7BDB42DF628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6DA96F9-D0E3-05A9-C32F-CCFCFCE6E658}"/>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9119486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D04E30-06E1-5212-4B6D-25886B9C37F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71C275C-3D2D-2452-9149-89BBE7CA689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4C131ED-A5B2-3FF2-8E5C-283664ABEB81}"/>
              </a:ext>
            </a:extLst>
          </p:cNvPr>
          <p:cNvSpPr>
            <a:spLocks noGrp="1"/>
          </p:cNvSpPr>
          <p:nvPr>
            <p:ph type="dt" sz="half" idx="10"/>
          </p:nvPr>
        </p:nvSpPr>
        <p:spPr/>
        <p:txBody>
          <a:bodyPr/>
          <a:lstStyle/>
          <a:p>
            <a:fld id="{A7FACB4A-C46D-47C8-95BF-463F9F428625}" type="datetimeFigureOut">
              <a:rPr lang="en-IN" smtClean="0"/>
              <a:t>19-02-2026</a:t>
            </a:fld>
            <a:endParaRPr lang="en-IN"/>
          </a:p>
        </p:txBody>
      </p:sp>
      <p:sp>
        <p:nvSpPr>
          <p:cNvPr id="5" name="Footer Placeholder 4">
            <a:extLst>
              <a:ext uri="{FF2B5EF4-FFF2-40B4-BE49-F238E27FC236}">
                <a16:creationId xmlns:a16="http://schemas.microsoft.com/office/drawing/2014/main" id="{A61C8846-9586-A23A-3D98-740B85ED210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1D27319-B31F-9567-7E64-8BEAB1A3C6BF}"/>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0747698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279A75-0843-3E26-FA3D-7955B436DA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2FA1EE1-247A-E887-762B-4BC2DBFD35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43DF53D-E00E-7D7F-402F-506A960A97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FACB4A-C46D-47C8-95BF-463F9F428625}" type="datetimeFigureOut">
              <a:rPr lang="en-IN" smtClean="0"/>
              <a:t>19-02-2026</a:t>
            </a:fld>
            <a:endParaRPr lang="en-IN"/>
          </a:p>
        </p:txBody>
      </p:sp>
      <p:sp>
        <p:nvSpPr>
          <p:cNvPr id="5" name="Footer Placeholder 4">
            <a:extLst>
              <a:ext uri="{FF2B5EF4-FFF2-40B4-BE49-F238E27FC236}">
                <a16:creationId xmlns:a16="http://schemas.microsoft.com/office/drawing/2014/main" id="{EBB7DC96-5252-D529-FF28-16B0D99D0D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16F4C6E2-66C6-AF10-CC28-03DE3A9BB6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2EA575-0560-4EBC-AD65-A546BB5C4677}" type="slidenum">
              <a:rPr lang="en-IN" smtClean="0"/>
              <a:t>‹#›</a:t>
            </a:fld>
            <a:endParaRPr lang="en-IN"/>
          </a:p>
        </p:txBody>
      </p:sp>
    </p:spTree>
    <p:extLst>
      <p:ext uri="{BB962C8B-B14F-4D97-AF65-F5344CB8AC3E}">
        <p14:creationId xmlns:p14="http://schemas.microsoft.com/office/powerpoint/2010/main" val="4171529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FB14B-13FD-63D0-B558-FA2B9FA1B8F9}"/>
              </a:ext>
            </a:extLst>
          </p:cNvPr>
          <p:cNvSpPr>
            <a:spLocks noGrp="1"/>
          </p:cNvSpPr>
          <p:nvPr>
            <p:ph type="ctrTitle"/>
          </p:nvPr>
        </p:nvSpPr>
        <p:spPr>
          <a:xfrm>
            <a:off x="1524000" y="2934586"/>
            <a:ext cx="9144000" cy="978194"/>
          </a:xfrm>
        </p:spPr>
        <p:txBody>
          <a:bodyPr>
            <a:normAutofit fontScale="90000"/>
          </a:bodyPr>
          <a:lstStyle/>
          <a:p>
            <a:r>
              <a:rPr lang="en-US" dirty="0"/>
              <a:t>A</a:t>
            </a:r>
            <a:r>
              <a:rPr lang="en-IN" dirty="0" err="1"/>
              <a:t>nomaly</a:t>
            </a:r>
            <a:r>
              <a:rPr lang="en-IN" dirty="0"/>
              <a:t> Detection in IoT Network using Machine Learning</a:t>
            </a:r>
          </a:p>
        </p:txBody>
      </p:sp>
      <p:sp>
        <p:nvSpPr>
          <p:cNvPr id="3" name="Subtitle 2">
            <a:extLst>
              <a:ext uri="{FF2B5EF4-FFF2-40B4-BE49-F238E27FC236}">
                <a16:creationId xmlns:a16="http://schemas.microsoft.com/office/drawing/2014/main" id="{33DAA6DE-3B6C-1A2F-6135-52EEA7D16507}"/>
              </a:ext>
            </a:extLst>
          </p:cNvPr>
          <p:cNvSpPr>
            <a:spLocks noGrp="1"/>
          </p:cNvSpPr>
          <p:nvPr>
            <p:ph type="subTitle" idx="1"/>
          </p:nvPr>
        </p:nvSpPr>
        <p:spPr>
          <a:xfrm>
            <a:off x="1077411" y="4890977"/>
            <a:ext cx="3239387" cy="1222744"/>
          </a:xfrm>
        </p:spPr>
        <p:txBody>
          <a:bodyPr/>
          <a:lstStyle/>
          <a:p>
            <a:r>
              <a:rPr lang="en-IN" dirty="0"/>
              <a:t>Submitted By:</a:t>
            </a:r>
            <a:br>
              <a:rPr lang="en-IN" dirty="0"/>
            </a:br>
            <a:r>
              <a:rPr lang="en-IN" dirty="0"/>
              <a:t>Kushagra Singh</a:t>
            </a:r>
          </a:p>
          <a:p>
            <a:r>
              <a:rPr lang="en-IN" dirty="0"/>
              <a:t>2427030043</a:t>
            </a:r>
          </a:p>
        </p:txBody>
      </p:sp>
      <p:sp>
        <p:nvSpPr>
          <p:cNvPr id="4" name="Subtitle 2">
            <a:extLst>
              <a:ext uri="{FF2B5EF4-FFF2-40B4-BE49-F238E27FC236}">
                <a16:creationId xmlns:a16="http://schemas.microsoft.com/office/drawing/2014/main" id="{8265C3A1-7DE8-FF2B-D7D7-6CB2859C63C2}"/>
              </a:ext>
            </a:extLst>
          </p:cNvPr>
          <p:cNvSpPr txBox="1">
            <a:spLocks/>
          </p:cNvSpPr>
          <p:nvPr/>
        </p:nvSpPr>
        <p:spPr>
          <a:xfrm>
            <a:off x="7875203" y="4883885"/>
            <a:ext cx="3239386" cy="122274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IN" dirty="0"/>
              <a:t>Supervised By:</a:t>
            </a:r>
            <a:br>
              <a:rPr lang="en-IN" dirty="0"/>
            </a:br>
            <a:r>
              <a:rPr lang="en-IN" dirty="0"/>
              <a:t>Dr. Praneet Saurabh</a:t>
            </a:r>
          </a:p>
          <a:p>
            <a:endParaRPr lang="en-IN" dirty="0"/>
          </a:p>
        </p:txBody>
      </p:sp>
      <p:pic>
        <p:nvPicPr>
          <p:cNvPr id="8" name="Picture 7" descr="A black and white text&#10;&#10;AI-generated content may be incorrect.">
            <a:extLst>
              <a:ext uri="{FF2B5EF4-FFF2-40B4-BE49-F238E27FC236}">
                <a16:creationId xmlns:a16="http://schemas.microsoft.com/office/drawing/2014/main" id="{2AD7126F-2B55-B457-37C9-C05FFDD4D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56" y="36039"/>
            <a:ext cx="4174039" cy="1222745"/>
          </a:xfrm>
          <a:prstGeom prst="rect">
            <a:avLst/>
          </a:prstGeom>
        </p:spPr>
      </p:pic>
      <p:sp>
        <p:nvSpPr>
          <p:cNvPr id="9" name="Title 1">
            <a:extLst>
              <a:ext uri="{FF2B5EF4-FFF2-40B4-BE49-F238E27FC236}">
                <a16:creationId xmlns:a16="http://schemas.microsoft.com/office/drawing/2014/main" id="{B8466A34-BD34-5DB1-EC2B-14EE0BD5593C}"/>
              </a:ext>
            </a:extLst>
          </p:cNvPr>
          <p:cNvSpPr txBox="1">
            <a:spLocks/>
          </p:cNvSpPr>
          <p:nvPr/>
        </p:nvSpPr>
        <p:spPr>
          <a:xfrm>
            <a:off x="1527542" y="1258784"/>
            <a:ext cx="9144000" cy="1112276"/>
          </a:xfrm>
          <a:prstGeom prst="rect">
            <a:avLst/>
          </a:prstGeom>
        </p:spPr>
        <p:txBody>
          <a:bodyPr vert="horz" lIns="91440" tIns="45720" rIns="91440" bIns="45720" rtlCol="0" anchor="b">
            <a:normAutofit fontScale="9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50000"/>
              </a:lnSpc>
            </a:pPr>
            <a:r>
              <a:rPr lang="en-IN" sz="2800" b="1" dirty="0"/>
              <a:t>School of Computer Science and Engineering</a:t>
            </a:r>
          </a:p>
          <a:p>
            <a:pPr>
              <a:lnSpc>
                <a:spcPct val="150000"/>
              </a:lnSpc>
            </a:pPr>
            <a:r>
              <a:rPr lang="en-IN" sz="2800" b="1" dirty="0"/>
              <a:t>Department of Computer Science and Engineering</a:t>
            </a:r>
          </a:p>
        </p:txBody>
      </p:sp>
    </p:spTree>
    <p:extLst>
      <p:ext uri="{BB962C8B-B14F-4D97-AF65-F5344CB8AC3E}">
        <p14:creationId xmlns:p14="http://schemas.microsoft.com/office/powerpoint/2010/main" val="380237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61AEC-0C6A-CF04-A6F2-DE0426255114}"/>
              </a:ext>
            </a:extLst>
          </p:cNvPr>
          <p:cNvSpPr>
            <a:spLocks noGrp="1"/>
          </p:cNvSpPr>
          <p:nvPr>
            <p:ph type="title"/>
          </p:nvPr>
        </p:nvSpPr>
        <p:spPr/>
        <p:txBody>
          <a:bodyPr/>
          <a:lstStyle/>
          <a:p>
            <a:r>
              <a:rPr lang="en-IN" dirty="0"/>
              <a:t>Outline</a:t>
            </a:r>
          </a:p>
        </p:txBody>
      </p:sp>
      <p:sp>
        <p:nvSpPr>
          <p:cNvPr id="3" name="Content Placeholder 2">
            <a:extLst>
              <a:ext uri="{FF2B5EF4-FFF2-40B4-BE49-F238E27FC236}">
                <a16:creationId xmlns:a16="http://schemas.microsoft.com/office/drawing/2014/main" id="{8E86A8CF-2937-6FE2-6F8A-377D2DF1D643}"/>
              </a:ext>
            </a:extLst>
          </p:cNvPr>
          <p:cNvSpPr>
            <a:spLocks noGrp="1"/>
          </p:cNvSpPr>
          <p:nvPr>
            <p:ph idx="1"/>
          </p:nvPr>
        </p:nvSpPr>
        <p:spPr/>
        <p:txBody>
          <a:bodyPr/>
          <a:lstStyle/>
          <a:p>
            <a:pPr>
              <a:buFont typeface="Wingdings" panose="05000000000000000000" pitchFamily="2" charset="2"/>
              <a:buChar char="v"/>
            </a:pPr>
            <a:r>
              <a:rPr lang="en-IN" dirty="0"/>
              <a:t>Introduction</a:t>
            </a:r>
          </a:p>
          <a:p>
            <a:pPr>
              <a:buFont typeface="Wingdings" panose="05000000000000000000" pitchFamily="2" charset="2"/>
              <a:buChar char="v"/>
            </a:pPr>
            <a:r>
              <a:rPr lang="en-IN" dirty="0"/>
              <a:t>Literature Review</a:t>
            </a:r>
          </a:p>
          <a:p>
            <a:pPr>
              <a:buFont typeface="Wingdings" panose="05000000000000000000" pitchFamily="2" charset="2"/>
              <a:buChar char="v"/>
            </a:pPr>
            <a:r>
              <a:rPr lang="en-IN" dirty="0"/>
              <a:t>Problem Statement</a:t>
            </a:r>
          </a:p>
          <a:p>
            <a:pPr>
              <a:buFont typeface="Wingdings" panose="05000000000000000000" pitchFamily="2" charset="2"/>
              <a:buChar char="v"/>
            </a:pPr>
            <a:r>
              <a:rPr lang="en-IN" dirty="0"/>
              <a:t>Proposed Solution</a:t>
            </a:r>
          </a:p>
          <a:p>
            <a:pPr>
              <a:buFont typeface="Wingdings" panose="05000000000000000000" pitchFamily="2" charset="2"/>
              <a:buChar char="v"/>
            </a:pPr>
            <a:r>
              <a:rPr lang="en-IN" dirty="0"/>
              <a:t>Objectives</a:t>
            </a:r>
          </a:p>
          <a:p>
            <a:pPr>
              <a:buFont typeface="Wingdings" panose="05000000000000000000" pitchFamily="2" charset="2"/>
              <a:buChar char="v"/>
            </a:pPr>
            <a:r>
              <a:rPr lang="en-IN" dirty="0"/>
              <a:t>Results</a:t>
            </a:r>
          </a:p>
          <a:p>
            <a:pPr>
              <a:buFont typeface="Wingdings" panose="05000000000000000000" pitchFamily="2" charset="2"/>
              <a:buChar char="v"/>
            </a:pPr>
            <a:endParaRPr lang="en-IN" dirty="0"/>
          </a:p>
        </p:txBody>
      </p:sp>
    </p:spTree>
    <p:extLst>
      <p:ext uri="{BB962C8B-B14F-4D97-AF65-F5344CB8AC3E}">
        <p14:creationId xmlns:p14="http://schemas.microsoft.com/office/powerpoint/2010/main" val="40472198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5A96B-B72E-0C72-F61B-C99183D10D2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E031CBD1-1236-BD10-F9B4-E2675BA38ED1}"/>
              </a:ext>
            </a:extLst>
          </p:cNvPr>
          <p:cNvSpPr>
            <a:spLocks noGrp="1"/>
          </p:cNvSpPr>
          <p:nvPr>
            <p:ph idx="1"/>
          </p:nvPr>
        </p:nvSpPr>
        <p:spPr/>
        <p:txBody>
          <a:bodyPr/>
          <a:lstStyle/>
          <a:p>
            <a:pPr marL="0" indent="0">
              <a:buNone/>
            </a:pPr>
            <a:r>
              <a:rPr lang="en-US" dirty="0">
                <a:latin typeface="Times New Roman" panose="02020603050405020304" pitchFamily="18" charset="0"/>
                <a:cs typeface="Times New Roman" panose="02020603050405020304" pitchFamily="18" charset="0"/>
              </a:rPr>
              <a:t>The rapid growth of Internet of Things (IoT) devices has significantly increased network traffic and expanded exposure to cyber threats. Due to limited security and computational capabilities, IoT devices are highly vulnerable to attacks. Therefore, detecting anomalous behavior in IoT network traffic has become essential to ensure network security and reliability.</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789765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89221-E4FF-DD94-641B-6829CAF6507F}"/>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E920326A-7963-5670-D289-C0536ABC6365}"/>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Why Machine Learning?</a:t>
            </a:r>
          </a:p>
          <a:p>
            <a:r>
              <a:rPr lang="en-US" dirty="0">
                <a:latin typeface="Times New Roman" panose="02020603050405020304" pitchFamily="18" charset="0"/>
                <a:cs typeface="Times New Roman" panose="02020603050405020304" pitchFamily="18" charset="0"/>
              </a:rPr>
              <a:t>Traditional signature-based systems fail for new attacks</a:t>
            </a:r>
          </a:p>
          <a:p>
            <a:r>
              <a:rPr lang="en-US" dirty="0">
                <a:latin typeface="Times New Roman" panose="02020603050405020304" pitchFamily="18" charset="0"/>
                <a:cs typeface="Times New Roman" panose="02020603050405020304" pitchFamily="18" charset="0"/>
              </a:rPr>
              <a:t>IoT traffic is high-dimensional and dynamic</a:t>
            </a:r>
          </a:p>
          <a:p>
            <a:r>
              <a:rPr lang="en-US" dirty="0">
                <a:latin typeface="Times New Roman" panose="02020603050405020304" pitchFamily="18" charset="0"/>
                <a:cs typeface="Times New Roman" panose="02020603050405020304" pitchFamily="18" charset="0"/>
              </a:rPr>
              <a:t>ML can learn complex patterns</a:t>
            </a:r>
          </a:p>
          <a:p>
            <a:r>
              <a:rPr lang="en-US" dirty="0">
                <a:latin typeface="Times New Roman" panose="02020603050405020304" pitchFamily="18" charset="0"/>
                <a:cs typeface="Times New Roman" panose="02020603050405020304" pitchFamily="18" charset="0"/>
              </a:rPr>
              <a:t>Enables real-time anomaly detection</a:t>
            </a:r>
          </a:p>
          <a:p>
            <a:endParaRPr lang="en-IN" dirty="0"/>
          </a:p>
        </p:txBody>
      </p:sp>
    </p:spTree>
    <p:extLst>
      <p:ext uri="{BB962C8B-B14F-4D97-AF65-F5344CB8AC3E}">
        <p14:creationId xmlns:p14="http://schemas.microsoft.com/office/powerpoint/2010/main" val="20679993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85647D-9B85-4135-FDC8-4412998CA20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Literature Review </a:t>
            </a:r>
            <a:r>
              <a:rPr lang="en-IN"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Traditional Approaches)</a:t>
            </a:r>
            <a:br>
              <a:rPr lang="en-US" b="1" dirty="0">
                <a:latin typeface="Times New Roman" panose="02020603050405020304" pitchFamily="18" charset="0"/>
                <a:cs typeface="Times New Roman" panose="02020603050405020304" pitchFamily="18" charset="0"/>
              </a:rPr>
            </a:br>
            <a:endParaRPr lang="en-IN"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7485F665-7E3B-0A75-0EE5-8FA0D35D261D}"/>
              </a:ext>
            </a:extLst>
          </p:cNvPr>
          <p:cNvSpPr>
            <a:spLocks noGrp="1"/>
          </p:cNvSpPr>
          <p:nvPr>
            <p:ph idx="1"/>
          </p:nvPr>
        </p:nvSpPr>
        <p:spPr>
          <a:xfrm>
            <a:off x="838200" y="1446484"/>
            <a:ext cx="10515600" cy="4351338"/>
          </a:xfrm>
        </p:spPr>
        <p:txBody>
          <a:bodyPr>
            <a:normAutofit/>
          </a:bodyPr>
          <a:lstStyle/>
          <a:p>
            <a:pPr marL="0" indent="0">
              <a:buNone/>
            </a:pPr>
            <a:endParaRPr lang="en-US" sz="3600" b="1"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p:txBody>
      </p:sp>
      <p:graphicFrame>
        <p:nvGraphicFramePr>
          <p:cNvPr id="5" name="Table 4">
            <a:extLst>
              <a:ext uri="{FF2B5EF4-FFF2-40B4-BE49-F238E27FC236}">
                <a16:creationId xmlns:a16="http://schemas.microsoft.com/office/drawing/2014/main" id="{E69EC435-FEE9-13DE-06DC-6C0D8867AC10}"/>
              </a:ext>
            </a:extLst>
          </p:cNvPr>
          <p:cNvGraphicFramePr>
            <a:graphicFrameLocks noGrp="1"/>
          </p:cNvGraphicFramePr>
          <p:nvPr>
            <p:extLst>
              <p:ext uri="{D42A27DB-BD31-4B8C-83A1-F6EECF244321}">
                <p14:modId xmlns:p14="http://schemas.microsoft.com/office/powerpoint/2010/main" val="1687365222"/>
              </p:ext>
            </p:extLst>
          </p:nvPr>
        </p:nvGraphicFramePr>
        <p:xfrm>
          <a:off x="457200" y="1400237"/>
          <a:ext cx="11017408" cy="4806749"/>
        </p:xfrm>
        <a:graphic>
          <a:graphicData uri="http://schemas.openxmlformats.org/drawingml/2006/table">
            <a:tbl>
              <a:tblPr firstRow="1" bandRow="1">
                <a:tableStyleId>{5C22544A-7EE6-4342-B048-85BDC9FD1C3A}</a:tableStyleId>
              </a:tblPr>
              <a:tblGrid>
                <a:gridCol w="2754352">
                  <a:extLst>
                    <a:ext uri="{9D8B030D-6E8A-4147-A177-3AD203B41FA5}">
                      <a16:colId xmlns:a16="http://schemas.microsoft.com/office/drawing/2014/main" val="27625246"/>
                    </a:ext>
                  </a:extLst>
                </a:gridCol>
                <a:gridCol w="2754352">
                  <a:extLst>
                    <a:ext uri="{9D8B030D-6E8A-4147-A177-3AD203B41FA5}">
                      <a16:colId xmlns:a16="http://schemas.microsoft.com/office/drawing/2014/main" val="2903315835"/>
                    </a:ext>
                  </a:extLst>
                </a:gridCol>
                <a:gridCol w="2754352">
                  <a:extLst>
                    <a:ext uri="{9D8B030D-6E8A-4147-A177-3AD203B41FA5}">
                      <a16:colId xmlns:a16="http://schemas.microsoft.com/office/drawing/2014/main" val="674070447"/>
                    </a:ext>
                  </a:extLst>
                </a:gridCol>
                <a:gridCol w="2754352">
                  <a:extLst>
                    <a:ext uri="{9D8B030D-6E8A-4147-A177-3AD203B41FA5}">
                      <a16:colId xmlns:a16="http://schemas.microsoft.com/office/drawing/2014/main" val="1456666510"/>
                    </a:ext>
                  </a:extLst>
                </a:gridCol>
              </a:tblGrid>
              <a:tr h="874829">
                <a:tc>
                  <a:txBody>
                    <a:bodyPr/>
                    <a:lstStyle/>
                    <a:p>
                      <a:r>
                        <a:rPr lang="en-IN" dirty="0">
                          <a:latin typeface="Times New Roman" panose="02020603050405020304" pitchFamily="18" charset="0"/>
                          <a:cs typeface="Times New Roman" panose="02020603050405020304" pitchFamily="18" charset="0"/>
                        </a:rPr>
                        <a:t>Approach</a:t>
                      </a:r>
                    </a:p>
                  </a:txBody>
                  <a:tcPr/>
                </a:tc>
                <a:tc>
                  <a:txBody>
                    <a:bodyPr/>
                    <a:lstStyle/>
                    <a:p>
                      <a:r>
                        <a:rPr lang="en-IN" dirty="0">
                          <a:latin typeface="Times New Roman" panose="02020603050405020304" pitchFamily="18" charset="0"/>
                          <a:cs typeface="Times New Roman" panose="02020603050405020304" pitchFamily="18" charset="0"/>
                        </a:rPr>
                        <a:t>Description</a:t>
                      </a:r>
                    </a:p>
                  </a:txBody>
                  <a:tcPr/>
                </a:tc>
                <a:tc>
                  <a:txBody>
                    <a:bodyPr/>
                    <a:lstStyle/>
                    <a:p>
                      <a:r>
                        <a:rPr lang="en-IN" dirty="0">
                          <a:latin typeface="Times New Roman" panose="02020603050405020304" pitchFamily="18" charset="0"/>
                          <a:cs typeface="Times New Roman" panose="02020603050405020304" pitchFamily="18" charset="0"/>
                        </a:rPr>
                        <a:t>Advantages</a:t>
                      </a:r>
                    </a:p>
                  </a:txBody>
                  <a:tcPr/>
                </a:tc>
                <a:tc>
                  <a:txBody>
                    <a:bodyPr/>
                    <a:lstStyle/>
                    <a:p>
                      <a:r>
                        <a:rPr lang="en-IN" dirty="0">
                          <a:latin typeface="Times New Roman" panose="02020603050405020304" pitchFamily="18" charset="0"/>
                          <a:cs typeface="Times New Roman" panose="02020603050405020304" pitchFamily="18" charset="0"/>
                        </a:rPr>
                        <a:t>Limitations</a:t>
                      </a:r>
                    </a:p>
                  </a:txBody>
                  <a:tcPr/>
                </a:tc>
                <a:extLst>
                  <a:ext uri="{0D108BD9-81ED-4DB2-BD59-A6C34878D82A}">
                    <a16:rowId xmlns:a16="http://schemas.microsoft.com/office/drawing/2014/main" val="1428618215"/>
                  </a:ext>
                </a:extLst>
              </a:tr>
              <a:tr h="874829">
                <a:tc>
                  <a:txBody>
                    <a:bodyPr/>
                    <a:lstStyle/>
                    <a:p>
                      <a:r>
                        <a:rPr lang="en-IN" dirty="0">
                          <a:latin typeface="Times New Roman" panose="02020603050405020304" pitchFamily="18" charset="0"/>
                          <a:cs typeface="Times New Roman" panose="02020603050405020304" pitchFamily="18" charset="0"/>
                        </a:rPr>
                        <a:t>Signature-Based Detection</a:t>
                      </a:r>
                    </a:p>
                  </a:txBody>
                  <a:tcPr/>
                </a:tc>
                <a:tc>
                  <a:txBody>
                    <a:bodyPr/>
                    <a:lstStyle/>
                    <a:p>
                      <a:r>
                        <a:rPr lang="en-US" dirty="0">
                          <a:latin typeface="Times New Roman" panose="02020603050405020304" pitchFamily="18" charset="0"/>
                          <a:cs typeface="Times New Roman" panose="02020603050405020304" pitchFamily="18" charset="0"/>
                        </a:rPr>
                        <a:t>Detects attacks by matching network traffic with predefined attack signatures</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High accuracy for known attacks</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Cannot detect zero-day attacks; requires constant updates</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117698"/>
                  </a:ext>
                </a:extLst>
              </a:tr>
              <a:tr h="874829">
                <a:tc>
                  <a:txBody>
                    <a:bodyPr/>
                    <a:lstStyle/>
                    <a:p>
                      <a:r>
                        <a:rPr lang="en-IN" dirty="0">
                          <a:latin typeface="Times New Roman" panose="02020603050405020304" pitchFamily="18" charset="0"/>
                          <a:cs typeface="Times New Roman" panose="02020603050405020304" pitchFamily="18" charset="0"/>
                        </a:rPr>
                        <a:t>Rule-Based Systems</a:t>
                      </a:r>
                    </a:p>
                  </a:txBody>
                  <a:tcPr/>
                </a:tc>
                <a:tc>
                  <a:txBody>
                    <a:bodyPr/>
                    <a:lstStyle/>
                    <a:p>
                      <a:r>
                        <a:rPr lang="en-US" dirty="0">
                          <a:latin typeface="Times New Roman" panose="02020603050405020304" pitchFamily="18" charset="0"/>
                          <a:cs typeface="Times New Roman" panose="02020603050405020304" pitchFamily="18" charset="0"/>
                        </a:rPr>
                        <a:t>Uses manually defined rules to identify suspicious behavior</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Easy to interpret and implement</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Poor scalability; not adaptive</a:t>
                      </a:r>
                    </a:p>
                  </a:txBody>
                  <a:tcPr/>
                </a:tc>
                <a:extLst>
                  <a:ext uri="{0D108BD9-81ED-4DB2-BD59-A6C34878D82A}">
                    <a16:rowId xmlns:a16="http://schemas.microsoft.com/office/drawing/2014/main" val="2645839062"/>
                  </a:ext>
                </a:extLst>
              </a:tr>
              <a:tr h="874829">
                <a:tc>
                  <a:txBody>
                    <a:bodyPr/>
                    <a:lstStyle/>
                    <a:p>
                      <a:r>
                        <a:rPr lang="en-IN" dirty="0">
                          <a:latin typeface="Times New Roman" panose="02020603050405020304" pitchFamily="18" charset="0"/>
                          <a:cs typeface="Times New Roman" panose="02020603050405020304" pitchFamily="18" charset="0"/>
                        </a:rPr>
                        <a:t>Statistical Thresholding</a:t>
                      </a:r>
                    </a:p>
                  </a:txBody>
                  <a:tcPr/>
                </a:tc>
                <a:tc>
                  <a:txBody>
                    <a:bodyPr/>
                    <a:lstStyle/>
                    <a:p>
                      <a:r>
                        <a:rPr lang="en-US" dirty="0">
                          <a:latin typeface="Times New Roman" panose="02020603050405020304" pitchFamily="18" charset="0"/>
                          <a:cs typeface="Times New Roman" panose="02020603050405020304" pitchFamily="18" charset="0"/>
                        </a:rPr>
                        <a:t>Flags anomalies based on deviation from predefined thresholds</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Simple and computationally light</a:t>
                      </a:r>
                    </a:p>
                  </a:txBody>
                  <a:tcPr/>
                </a:tc>
                <a:tc>
                  <a:txBody>
                    <a:bodyPr/>
                    <a:lstStyle/>
                    <a:p>
                      <a:r>
                        <a:rPr lang="en-IN" dirty="0">
                          <a:latin typeface="Times New Roman" panose="02020603050405020304" pitchFamily="18" charset="0"/>
                          <a:cs typeface="Times New Roman" panose="02020603050405020304" pitchFamily="18" charset="0"/>
                        </a:rPr>
                        <a:t>Assumes normal distribution; high false positives</a:t>
                      </a:r>
                    </a:p>
                  </a:txBody>
                  <a:tcPr/>
                </a:tc>
                <a:extLst>
                  <a:ext uri="{0D108BD9-81ED-4DB2-BD59-A6C34878D82A}">
                    <a16:rowId xmlns:a16="http://schemas.microsoft.com/office/drawing/2014/main" val="4161291562"/>
                  </a:ext>
                </a:extLst>
              </a:tr>
              <a:tr h="874829">
                <a:tc>
                  <a:txBody>
                    <a:bodyPr/>
                    <a:lstStyle/>
                    <a:p>
                      <a:r>
                        <a:rPr lang="en-IN" dirty="0">
                          <a:latin typeface="Times New Roman" panose="02020603050405020304" pitchFamily="18" charset="0"/>
                          <a:cs typeface="Times New Roman" panose="02020603050405020304" pitchFamily="18" charset="0"/>
                        </a:rPr>
                        <a:t>Specification-Based Detection</a:t>
                      </a:r>
                    </a:p>
                  </a:txBody>
                  <a:tcPr/>
                </a:tc>
                <a:tc>
                  <a:txBody>
                    <a:bodyPr/>
                    <a:lstStyle/>
                    <a:p>
                      <a:r>
                        <a:rPr lang="en-US" dirty="0">
                          <a:latin typeface="Times New Roman" panose="02020603050405020304" pitchFamily="18" charset="0"/>
                          <a:cs typeface="Times New Roman" panose="02020603050405020304" pitchFamily="18" charset="0"/>
                        </a:rPr>
                        <a:t>Defines acceptable behavior and flags violations</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Good for controlled environments</a:t>
                      </a:r>
                    </a:p>
                  </a:txBody>
                  <a:tcPr/>
                </a:tc>
                <a:tc>
                  <a:txBody>
                    <a:bodyPr/>
                    <a:lstStyle/>
                    <a:p>
                      <a:r>
                        <a:rPr lang="en-US" dirty="0">
                          <a:latin typeface="Times New Roman" panose="02020603050405020304" pitchFamily="18" charset="0"/>
                          <a:cs typeface="Times New Roman" panose="02020603050405020304" pitchFamily="18" charset="0"/>
                        </a:rPr>
                        <a:t>Difficult to define accurate specifications for dynamic IoT networks</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611326798"/>
                  </a:ext>
                </a:extLst>
              </a:tr>
            </a:tbl>
          </a:graphicData>
        </a:graphic>
      </p:graphicFrame>
    </p:spTree>
    <p:extLst>
      <p:ext uri="{BB962C8B-B14F-4D97-AF65-F5344CB8AC3E}">
        <p14:creationId xmlns:p14="http://schemas.microsoft.com/office/powerpoint/2010/main" val="310308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A8FFB-AF22-420A-83AF-6D378157C45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Literature Review </a:t>
            </a:r>
            <a:r>
              <a:rPr lang="en-IN" sz="2400" b="1" dirty="0">
                <a:latin typeface="Times New Roman" panose="02020603050405020304" pitchFamily="18" charset="0"/>
                <a:cs typeface="Times New Roman" panose="02020603050405020304" pitchFamily="18" charset="0"/>
              </a:rPr>
              <a:t>(Machine Learning Approaches)</a:t>
            </a:r>
            <a:endParaRPr lang="en-IN" dirty="0">
              <a:latin typeface="Times New Roman" panose="02020603050405020304" pitchFamily="18" charset="0"/>
              <a:cs typeface="Times New Roman" panose="02020603050405020304" pitchFamily="18" charset="0"/>
            </a:endParaRPr>
          </a:p>
        </p:txBody>
      </p:sp>
      <p:graphicFrame>
        <p:nvGraphicFramePr>
          <p:cNvPr id="5" name="Content Placeholder 4">
            <a:extLst>
              <a:ext uri="{FF2B5EF4-FFF2-40B4-BE49-F238E27FC236}">
                <a16:creationId xmlns:a16="http://schemas.microsoft.com/office/drawing/2014/main" id="{4FC7F399-9864-1FA5-F09A-B93586F09EC4}"/>
              </a:ext>
            </a:extLst>
          </p:cNvPr>
          <p:cNvGraphicFramePr>
            <a:graphicFrameLocks noGrp="1"/>
          </p:cNvGraphicFramePr>
          <p:nvPr>
            <p:ph idx="1"/>
            <p:extLst>
              <p:ext uri="{D42A27DB-BD31-4B8C-83A1-F6EECF244321}">
                <p14:modId xmlns:p14="http://schemas.microsoft.com/office/powerpoint/2010/main" val="2166966383"/>
              </p:ext>
            </p:extLst>
          </p:nvPr>
        </p:nvGraphicFramePr>
        <p:xfrm>
          <a:off x="838200" y="1825625"/>
          <a:ext cx="10515600" cy="475996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688926802"/>
                    </a:ext>
                  </a:extLst>
                </a:gridCol>
                <a:gridCol w="2628900">
                  <a:extLst>
                    <a:ext uri="{9D8B030D-6E8A-4147-A177-3AD203B41FA5}">
                      <a16:colId xmlns:a16="http://schemas.microsoft.com/office/drawing/2014/main" val="3931764654"/>
                    </a:ext>
                  </a:extLst>
                </a:gridCol>
                <a:gridCol w="2628900">
                  <a:extLst>
                    <a:ext uri="{9D8B030D-6E8A-4147-A177-3AD203B41FA5}">
                      <a16:colId xmlns:a16="http://schemas.microsoft.com/office/drawing/2014/main" val="3528474401"/>
                    </a:ext>
                  </a:extLst>
                </a:gridCol>
                <a:gridCol w="2628900">
                  <a:extLst>
                    <a:ext uri="{9D8B030D-6E8A-4147-A177-3AD203B41FA5}">
                      <a16:colId xmlns:a16="http://schemas.microsoft.com/office/drawing/2014/main" val="3347449037"/>
                    </a:ext>
                  </a:extLst>
                </a:gridCol>
              </a:tblGrid>
              <a:tr h="370840">
                <a:tc>
                  <a:txBody>
                    <a:bodyPr/>
                    <a:lstStyle/>
                    <a:p>
                      <a:r>
                        <a:rPr lang="en-IN" dirty="0">
                          <a:latin typeface="Times New Roman" panose="02020603050405020304" pitchFamily="18" charset="0"/>
                          <a:cs typeface="Times New Roman" panose="02020603050405020304" pitchFamily="18" charset="0"/>
                        </a:rPr>
                        <a:t>Algorithm</a:t>
                      </a:r>
                    </a:p>
                  </a:txBody>
                  <a:tcPr/>
                </a:tc>
                <a:tc>
                  <a:txBody>
                    <a:bodyPr/>
                    <a:lstStyle/>
                    <a:p>
                      <a:r>
                        <a:rPr lang="en-IN" dirty="0">
                          <a:latin typeface="Times New Roman" panose="02020603050405020304" pitchFamily="18" charset="0"/>
                          <a:cs typeface="Times New Roman" panose="02020603050405020304" pitchFamily="18" charset="0"/>
                        </a:rPr>
                        <a:t>Description</a:t>
                      </a:r>
                    </a:p>
                  </a:txBody>
                  <a:tcPr/>
                </a:tc>
                <a:tc>
                  <a:txBody>
                    <a:bodyPr/>
                    <a:lstStyle/>
                    <a:p>
                      <a:r>
                        <a:rPr lang="en-IN" dirty="0">
                          <a:latin typeface="Times New Roman" panose="02020603050405020304" pitchFamily="18" charset="0"/>
                          <a:cs typeface="Times New Roman" panose="02020603050405020304" pitchFamily="18" charset="0"/>
                        </a:rPr>
                        <a:t>Strengths</a:t>
                      </a:r>
                    </a:p>
                  </a:txBody>
                  <a:tcPr/>
                </a:tc>
                <a:tc>
                  <a:txBody>
                    <a:bodyPr/>
                    <a:lstStyle/>
                    <a:p>
                      <a:r>
                        <a:rPr lang="en-IN" dirty="0">
                          <a:latin typeface="Times New Roman" panose="02020603050405020304" pitchFamily="18" charset="0"/>
                          <a:cs typeface="Times New Roman" panose="02020603050405020304" pitchFamily="18" charset="0"/>
                        </a:rPr>
                        <a:t>Limitations</a:t>
                      </a:r>
                    </a:p>
                  </a:txBody>
                  <a:tcPr/>
                </a:tc>
                <a:extLst>
                  <a:ext uri="{0D108BD9-81ED-4DB2-BD59-A6C34878D82A}">
                    <a16:rowId xmlns:a16="http://schemas.microsoft.com/office/drawing/2014/main" val="2187053366"/>
                  </a:ext>
                </a:extLst>
              </a:tr>
              <a:tr h="370840">
                <a:tc>
                  <a:txBody>
                    <a:bodyPr/>
                    <a:lstStyle/>
                    <a:p>
                      <a:r>
                        <a:rPr lang="en-IN" dirty="0"/>
                        <a:t>Random Forest</a:t>
                      </a:r>
                    </a:p>
                  </a:txBody>
                  <a:tcPr/>
                </a:tc>
                <a:tc>
                  <a:txBody>
                    <a:bodyPr/>
                    <a:lstStyle/>
                    <a:p>
                      <a:r>
                        <a:rPr lang="en-US" dirty="0">
                          <a:latin typeface="Times New Roman" panose="02020603050405020304" pitchFamily="18" charset="0"/>
                          <a:cs typeface="Times New Roman" panose="02020603050405020304" pitchFamily="18" charset="0"/>
                        </a:rPr>
                        <a:t>Ensemble of multiple decision trees</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High accuracy; robust to noise; handles high-dimensional data</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Moderate computational cost</a:t>
                      </a:r>
                    </a:p>
                  </a:txBody>
                  <a:tcPr/>
                </a:tc>
                <a:extLst>
                  <a:ext uri="{0D108BD9-81ED-4DB2-BD59-A6C34878D82A}">
                    <a16:rowId xmlns:a16="http://schemas.microsoft.com/office/drawing/2014/main" val="1073362693"/>
                  </a:ext>
                </a:extLst>
              </a:tr>
              <a:tr h="370840">
                <a:tc>
                  <a:txBody>
                    <a:bodyPr/>
                    <a:lstStyle/>
                    <a:p>
                      <a:r>
                        <a:rPr lang="en-IN" dirty="0">
                          <a:latin typeface="Times New Roman" panose="02020603050405020304" pitchFamily="18" charset="0"/>
                          <a:cs typeface="Times New Roman" panose="02020603050405020304" pitchFamily="18" charset="0"/>
                        </a:rPr>
                        <a:t>Support Vector Machine (SVM)</a:t>
                      </a:r>
                    </a:p>
                  </a:txBody>
                  <a:tcPr/>
                </a:tc>
                <a:tc>
                  <a:txBody>
                    <a:bodyPr/>
                    <a:lstStyle/>
                    <a:p>
                      <a:r>
                        <a:rPr lang="en-IN" dirty="0">
                          <a:latin typeface="Times New Roman" panose="02020603050405020304" pitchFamily="18" charset="0"/>
                          <a:cs typeface="Times New Roman" panose="02020603050405020304" pitchFamily="18" charset="0"/>
                        </a:rPr>
                        <a:t>Finds optimal hyperplane for classification</a:t>
                      </a:r>
                    </a:p>
                  </a:txBody>
                  <a:tcPr/>
                </a:tc>
                <a:tc>
                  <a:txBody>
                    <a:bodyPr/>
                    <a:lstStyle/>
                    <a:p>
                      <a:r>
                        <a:rPr lang="en-US" dirty="0">
                          <a:latin typeface="Times New Roman" panose="02020603050405020304" pitchFamily="18" charset="0"/>
                          <a:cs typeface="Times New Roman" panose="02020603050405020304" pitchFamily="18" charset="0"/>
                        </a:rPr>
                        <a:t>Effective in complex decision boundaries</a:t>
                      </a:r>
                      <a:endParaRPr lang="en-IN"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Computationally expensive for large datasets</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574155312"/>
                  </a:ext>
                </a:extLst>
              </a:tr>
              <a:tr h="370840">
                <a:tc>
                  <a:txBody>
                    <a:bodyPr/>
                    <a:lstStyle/>
                    <a:p>
                      <a:r>
                        <a:rPr lang="en-IN" dirty="0">
                          <a:latin typeface="Times New Roman" panose="02020603050405020304" pitchFamily="18" charset="0"/>
                          <a:cs typeface="Times New Roman" panose="02020603050405020304" pitchFamily="18" charset="0"/>
                        </a:rPr>
                        <a:t>K-Nearest </a:t>
                      </a:r>
                      <a:r>
                        <a:rPr lang="en-IN" dirty="0" err="1">
                          <a:latin typeface="Times New Roman" panose="02020603050405020304" pitchFamily="18" charset="0"/>
                          <a:cs typeface="Times New Roman" panose="02020603050405020304" pitchFamily="18" charset="0"/>
                        </a:rPr>
                        <a:t>Neighbors</a:t>
                      </a:r>
                      <a:r>
                        <a:rPr lang="en-IN" dirty="0">
                          <a:latin typeface="Times New Roman" panose="02020603050405020304" pitchFamily="18" charset="0"/>
                          <a:cs typeface="Times New Roman" panose="02020603050405020304" pitchFamily="18" charset="0"/>
                        </a:rPr>
                        <a:t> (KNN)</a:t>
                      </a:r>
                    </a:p>
                  </a:txBody>
                  <a:tcPr/>
                </a:tc>
                <a:tc>
                  <a:txBody>
                    <a:bodyPr/>
                    <a:lstStyle/>
                    <a:p>
                      <a:r>
                        <a:rPr lang="en-US" dirty="0">
                          <a:latin typeface="Times New Roman" panose="02020603050405020304" pitchFamily="18" charset="0"/>
                          <a:cs typeface="Times New Roman" panose="02020603050405020304" pitchFamily="18" charset="0"/>
                        </a:rPr>
                        <a:t>Classifies based on nearest data points</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Simple and effective</a:t>
                      </a:r>
                    </a:p>
                  </a:txBody>
                  <a:tcPr/>
                </a:tc>
                <a:tc>
                  <a:txBody>
                    <a:bodyPr/>
                    <a:lstStyle/>
                    <a:p>
                      <a:r>
                        <a:rPr lang="en-US" dirty="0">
                          <a:latin typeface="Times New Roman" panose="02020603050405020304" pitchFamily="18" charset="0"/>
                          <a:cs typeface="Times New Roman" panose="02020603050405020304" pitchFamily="18" charset="0"/>
                        </a:rPr>
                        <a:t>Slow prediction time; high memory usage</a:t>
                      </a:r>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646275619"/>
                  </a:ext>
                </a:extLst>
              </a:tr>
              <a:tr h="370840">
                <a:tc>
                  <a:txBody>
                    <a:bodyPr/>
                    <a:lstStyle/>
                    <a:p>
                      <a:r>
                        <a:rPr lang="en-IN" dirty="0">
                          <a:latin typeface="Times New Roman" panose="02020603050405020304" pitchFamily="18" charset="0"/>
                          <a:cs typeface="Times New Roman" panose="02020603050405020304" pitchFamily="18" charset="0"/>
                        </a:rPr>
                        <a:t>Logistic Regression</a:t>
                      </a:r>
                    </a:p>
                  </a:txBody>
                  <a:tcPr/>
                </a:tc>
                <a:tc>
                  <a:txBody>
                    <a:bodyPr/>
                    <a:lstStyle/>
                    <a:p>
                      <a:r>
                        <a:rPr lang="en-IN" dirty="0">
                          <a:latin typeface="Times New Roman" panose="02020603050405020304" pitchFamily="18" charset="0"/>
                          <a:cs typeface="Times New Roman" panose="02020603050405020304" pitchFamily="18" charset="0"/>
                        </a:rPr>
                        <a:t>Linear classification model</a:t>
                      </a:r>
                    </a:p>
                  </a:txBody>
                  <a:tcPr/>
                </a:tc>
                <a:tc>
                  <a:txBody>
                    <a:bodyPr/>
                    <a:lstStyle/>
                    <a:p>
                      <a:r>
                        <a:rPr lang="en-IN" dirty="0">
                          <a:latin typeface="Times New Roman" panose="02020603050405020304" pitchFamily="18" charset="0"/>
                          <a:cs typeface="Times New Roman" panose="02020603050405020304" pitchFamily="18" charset="0"/>
                        </a:rPr>
                        <a:t>Fast and scalable</a:t>
                      </a:r>
                    </a:p>
                  </a:txBody>
                  <a:tcPr/>
                </a:tc>
                <a:tc>
                  <a:txBody>
                    <a:bodyPr/>
                    <a:lstStyle/>
                    <a:p>
                      <a:r>
                        <a:rPr lang="en-IN" dirty="0">
                          <a:latin typeface="Times New Roman" panose="02020603050405020304" pitchFamily="18" charset="0"/>
                          <a:cs typeface="Times New Roman" panose="02020603050405020304" pitchFamily="18" charset="0"/>
                        </a:rPr>
                        <a:t>Limited for nonlinear patterns</a:t>
                      </a:r>
                    </a:p>
                  </a:txBody>
                  <a:tcPr/>
                </a:tc>
                <a:extLst>
                  <a:ext uri="{0D108BD9-81ED-4DB2-BD59-A6C34878D82A}">
                    <a16:rowId xmlns:a16="http://schemas.microsoft.com/office/drawing/2014/main" val="181174315"/>
                  </a:ext>
                </a:extLst>
              </a:tr>
              <a:tr h="370840">
                <a:tc>
                  <a:txBody>
                    <a:bodyPr/>
                    <a:lstStyle/>
                    <a:p>
                      <a:r>
                        <a:rPr lang="en-IN" dirty="0">
                          <a:latin typeface="Times New Roman" panose="02020603050405020304" pitchFamily="18" charset="0"/>
                          <a:cs typeface="Times New Roman" panose="02020603050405020304" pitchFamily="18" charset="0"/>
                        </a:rPr>
                        <a:t>Decision Tree</a:t>
                      </a:r>
                    </a:p>
                  </a:txBody>
                  <a:tcPr/>
                </a:tc>
                <a:tc>
                  <a:txBody>
                    <a:bodyPr/>
                    <a:lstStyle/>
                    <a:p>
                      <a:r>
                        <a:rPr lang="en-IN" dirty="0">
                          <a:latin typeface="Times New Roman" panose="02020603050405020304" pitchFamily="18" charset="0"/>
                          <a:cs typeface="Times New Roman" panose="02020603050405020304" pitchFamily="18" charset="0"/>
                        </a:rPr>
                        <a:t>Tree-based classification model</a:t>
                      </a:r>
                    </a:p>
                  </a:txBody>
                  <a:tcPr/>
                </a:tc>
                <a:tc>
                  <a:txBody>
                    <a:bodyPr/>
                    <a:lstStyle/>
                    <a:p>
                      <a:r>
                        <a:rPr lang="en-IN" dirty="0">
                          <a:latin typeface="Times New Roman" panose="02020603050405020304" pitchFamily="18" charset="0"/>
                          <a:cs typeface="Times New Roman" panose="02020603050405020304" pitchFamily="18" charset="0"/>
                        </a:rPr>
                        <a:t>Easy to interpret; fast</a:t>
                      </a:r>
                    </a:p>
                  </a:txBody>
                  <a:tcPr/>
                </a:tc>
                <a:tc>
                  <a:txBody>
                    <a:bodyPr/>
                    <a:lstStyle/>
                    <a:p>
                      <a:r>
                        <a:rPr lang="en-IN" dirty="0">
                          <a:latin typeface="Times New Roman" panose="02020603050405020304" pitchFamily="18" charset="0"/>
                          <a:cs typeface="Times New Roman" panose="02020603050405020304" pitchFamily="18" charset="0"/>
                        </a:rPr>
                        <a:t>Prone to overfitting</a:t>
                      </a:r>
                    </a:p>
                  </a:txBody>
                  <a:tcPr/>
                </a:tc>
                <a:extLst>
                  <a:ext uri="{0D108BD9-81ED-4DB2-BD59-A6C34878D82A}">
                    <a16:rowId xmlns:a16="http://schemas.microsoft.com/office/drawing/2014/main" val="3949299151"/>
                  </a:ext>
                </a:extLst>
              </a:tr>
              <a:tr h="370840">
                <a:tc>
                  <a:txBody>
                    <a:bodyPr/>
                    <a:lstStyle/>
                    <a:p>
                      <a:r>
                        <a:rPr lang="en-IN" dirty="0">
                          <a:latin typeface="Times New Roman" panose="02020603050405020304" pitchFamily="18" charset="0"/>
                          <a:cs typeface="Times New Roman" panose="02020603050405020304" pitchFamily="18" charset="0"/>
                        </a:rPr>
                        <a:t>Naive Bayes</a:t>
                      </a:r>
                    </a:p>
                  </a:txBody>
                  <a:tcPr/>
                </a:tc>
                <a:tc>
                  <a:txBody>
                    <a:bodyPr/>
                    <a:lstStyle/>
                    <a:p>
                      <a:r>
                        <a:rPr lang="en-US" dirty="0">
                          <a:latin typeface="Times New Roman" panose="02020603050405020304" pitchFamily="18" charset="0"/>
                          <a:cs typeface="Times New Roman" panose="02020603050405020304" pitchFamily="18" charset="0"/>
                        </a:rPr>
                        <a:t>Probabilistic classifier based on Bayes theorem</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Very fast and lightweight</a:t>
                      </a:r>
                    </a:p>
                  </a:txBody>
                  <a:tcPr/>
                </a:tc>
                <a:tc>
                  <a:txBody>
                    <a:bodyPr/>
                    <a:lstStyle/>
                    <a:p>
                      <a:r>
                        <a:rPr lang="en-IN" dirty="0">
                          <a:latin typeface="Times New Roman" panose="02020603050405020304" pitchFamily="18" charset="0"/>
                          <a:cs typeface="Times New Roman" panose="02020603050405020304" pitchFamily="18" charset="0"/>
                        </a:rPr>
                        <a:t>Assumes feature independence</a:t>
                      </a:r>
                    </a:p>
                  </a:txBody>
                  <a:tcPr/>
                </a:tc>
                <a:extLst>
                  <a:ext uri="{0D108BD9-81ED-4DB2-BD59-A6C34878D82A}">
                    <a16:rowId xmlns:a16="http://schemas.microsoft.com/office/drawing/2014/main" val="4248983199"/>
                  </a:ext>
                </a:extLst>
              </a:tr>
            </a:tbl>
          </a:graphicData>
        </a:graphic>
      </p:graphicFrame>
    </p:spTree>
    <p:extLst>
      <p:ext uri="{BB962C8B-B14F-4D97-AF65-F5344CB8AC3E}">
        <p14:creationId xmlns:p14="http://schemas.microsoft.com/office/powerpoint/2010/main" val="3584288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1533-4BE1-DF5E-D485-BD167C2BD85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Problem Statement</a:t>
            </a:r>
          </a:p>
        </p:txBody>
      </p:sp>
      <p:sp>
        <p:nvSpPr>
          <p:cNvPr id="3" name="Content Placeholder 2">
            <a:extLst>
              <a:ext uri="{FF2B5EF4-FFF2-40B4-BE49-F238E27FC236}">
                <a16:creationId xmlns:a16="http://schemas.microsoft.com/office/drawing/2014/main" id="{CB024CC5-00AF-876C-F7CA-146754384CB0}"/>
              </a:ext>
            </a:extLst>
          </p:cNvPr>
          <p:cNvSpPr>
            <a:spLocks noGrp="1"/>
          </p:cNvSpPr>
          <p:nvPr>
            <p:ph idx="1"/>
          </p:nvPr>
        </p:nvSpPr>
        <p:spPr/>
        <p:txBody>
          <a:bodyPr/>
          <a:lstStyle/>
          <a:p>
            <a:pPr marL="0" indent="0" algn="ctr">
              <a:buNone/>
            </a:pPr>
            <a:endParaRPr lang="en-US" dirty="0"/>
          </a:p>
          <a:p>
            <a:pPr marL="0" indent="0" algn="ctr">
              <a:buNone/>
            </a:pPr>
            <a:endParaRPr lang="en-US" dirty="0"/>
          </a:p>
          <a:p>
            <a:pPr marL="0" indent="0" algn="ctr">
              <a:buNone/>
            </a:pPr>
            <a:r>
              <a:rPr lang="en-US" dirty="0">
                <a:latin typeface="Times New Roman" panose="02020603050405020304" pitchFamily="18" charset="0"/>
                <a:cs typeface="Times New Roman" panose="02020603050405020304" pitchFamily="18" charset="0"/>
              </a:rPr>
              <a:t>“Which machine learning classifier provides the best detection performance for real-time anomaly detection in IoT network?”</a:t>
            </a:r>
          </a:p>
          <a:p>
            <a:pPr marL="0" indent="0" algn="ctr">
              <a:buNone/>
            </a:pPr>
            <a:endParaRPr lang="en-US" dirty="0"/>
          </a:p>
        </p:txBody>
      </p:sp>
    </p:spTree>
    <p:extLst>
      <p:ext uri="{BB962C8B-B14F-4D97-AF65-F5344CB8AC3E}">
        <p14:creationId xmlns:p14="http://schemas.microsoft.com/office/powerpoint/2010/main" val="23747078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66CBD-FC59-BE59-2070-B5315E2C8921}"/>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Objectives</a:t>
            </a:r>
          </a:p>
        </p:txBody>
      </p:sp>
      <p:sp>
        <p:nvSpPr>
          <p:cNvPr id="3" name="Content Placeholder 2">
            <a:extLst>
              <a:ext uri="{FF2B5EF4-FFF2-40B4-BE49-F238E27FC236}">
                <a16:creationId xmlns:a16="http://schemas.microsoft.com/office/drawing/2014/main" id="{CE3E25AA-71BA-D0F6-3993-32491BD06DD7}"/>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To preprocess and analyze RT_IoT2022 dataset</a:t>
            </a:r>
          </a:p>
          <a:p>
            <a:r>
              <a:rPr lang="en-US" dirty="0">
                <a:latin typeface="Times New Roman" panose="02020603050405020304" pitchFamily="18" charset="0"/>
                <a:cs typeface="Times New Roman" panose="02020603050405020304" pitchFamily="18" charset="0"/>
              </a:rPr>
              <a:t>To implement multiple ML algorithms</a:t>
            </a:r>
          </a:p>
          <a:p>
            <a:r>
              <a:rPr lang="en-US" dirty="0">
                <a:latin typeface="Times New Roman" panose="02020603050405020304" pitchFamily="18" charset="0"/>
                <a:cs typeface="Times New Roman" panose="02020603050405020304" pitchFamily="18" charset="0"/>
              </a:rPr>
              <a:t>To compare performance using accuracy, precision, recall, and F1-score</a:t>
            </a:r>
          </a:p>
          <a:p>
            <a:r>
              <a:rPr lang="en-US" dirty="0">
                <a:latin typeface="Times New Roman" panose="02020603050405020304" pitchFamily="18" charset="0"/>
                <a:cs typeface="Times New Roman" panose="02020603050405020304" pitchFamily="18" charset="0"/>
              </a:rPr>
              <a:t>To identify the best-performing anomaly detection model</a:t>
            </a:r>
          </a:p>
          <a:p>
            <a:pPr marL="0" indent="0">
              <a:buNone/>
            </a:pPr>
            <a:endParaRPr lang="en-IN" dirty="0"/>
          </a:p>
        </p:txBody>
      </p:sp>
    </p:spTree>
    <p:extLst>
      <p:ext uri="{BB962C8B-B14F-4D97-AF65-F5344CB8AC3E}">
        <p14:creationId xmlns:p14="http://schemas.microsoft.com/office/powerpoint/2010/main" val="3547097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59742-A515-0F41-1E7D-E5B21444CE7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 (Flowchart)</a:t>
            </a:r>
            <a:endParaRPr lang="en-IN" dirty="0"/>
          </a:p>
        </p:txBody>
      </p:sp>
      <p:graphicFrame>
        <p:nvGraphicFramePr>
          <p:cNvPr id="5" name="Content Placeholder 4">
            <a:extLst>
              <a:ext uri="{FF2B5EF4-FFF2-40B4-BE49-F238E27FC236}">
                <a16:creationId xmlns:a16="http://schemas.microsoft.com/office/drawing/2014/main" id="{3FD7D740-34F7-EB6E-40D2-B5A023493314}"/>
              </a:ext>
            </a:extLst>
          </p:cNvPr>
          <p:cNvGraphicFramePr>
            <a:graphicFrameLocks noGrp="1"/>
          </p:cNvGraphicFramePr>
          <p:nvPr>
            <p:ph idx="1"/>
            <p:extLst>
              <p:ext uri="{D42A27DB-BD31-4B8C-83A1-F6EECF244321}">
                <p14:modId xmlns:p14="http://schemas.microsoft.com/office/powerpoint/2010/main" val="224388035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396889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2C796-D371-7EE6-056A-4956DC25840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F7E7EF98-E6AD-70D5-2BE9-3A859F15DFF4}"/>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1. Data </a:t>
            </a:r>
          </a:p>
          <a:p>
            <a:r>
              <a:rPr lang="en-US" dirty="0">
                <a:latin typeface="Times New Roman" panose="02020603050405020304" pitchFamily="18" charset="0"/>
                <a:cs typeface="Times New Roman" panose="02020603050405020304" pitchFamily="18" charset="0"/>
              </a:rPr>
              <a:t>RT_IoT2022 Dataset</a:t>
            </a:r>
          </a:p>
          <a:p>
            <a:r>
              <a:rPr lang="en-US" dirty="0">
                <a:latin typeface="Times New Roman" panose="02020603050405020304" pitchFamily="18" charset="0"/>
                <a:cs typeface="Times New Roman" panose="02020603050405020304" pitchFamily="18" charset="0"/>
              </a:rPr>
              <a:t>123,117 network traffic records</a:t>
            </a:r>
          </a:p>
          <a:p>
            <a:r>
              <a:rPr lang="en-US" dirty="0">
                <a:latin typeface="Times New Roman" panose="02020603050405020304" pitchFamily="18" charset="0"/>
                <a:cs typeface="Times New Roman" panose="02020603050405020304" pitchFamily="18" charset="0"/>
              </a:rPr>
              <a:t>85 features</a:t>
            </a:r>
          </a:p>
          <a:p>
            <a:r>
              <a:rPr lang="en-US" dirty="0">
                <a:latin typeface="Times New Roman" panose="02020603050405020304" pitchFamily="18" charset="0"/>
                <a:cs typeface="Times New Roman" panose="02020603050405020304" pitchFamily="18" charset="0"/>
              </a:rPr>
              <a:t>Multi-class attack categories</a:t>
            </a:r>
          </a:p>
          <a:p>
            <a:pPr marL="0" indent="0">
              <a:buNone/>
            </a:pPr>
            <a:endParaRPr lang="en-IN" dirty="0"/>
          </a:p>
        </p:txBody>
      </p:sp>
    </p:spTree>
    <p:extLst>
      <p:ext uri="{BB962C8B-B14F-4D97-AF65-F5344CB8AC3E}">
        <p14:creationId xmlns:p14="http://schemas.microsoft.com/office/powerpoint/2010/main" val="10777248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C1AA8-5EE2-2201-1F4D-704DE754BA4A}"/>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1CE55C98-7630-9B49-0F1A-2D62BFC5B56F}"/>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2. Data Preprocessing</a:t>
            </a:r>
          </a:p>
          <a:p>
            <a:r>
              <a:rPr lang="en-US" dirty="0">
                <a:latin typeface="Times New Roman" panose="02020603050405020304" pitchFamily="18" charset="0"/>
                <a:cs typeface="Times New Roman" panose="02020603050405020304" pitchFamily="18" charset="0"/>
              </a:rPr>
              <a:t>Removal of missing values</a:t>
            </a:r>
          </a:p>
          <a:p>
            <a:r>
              <a:rPr lang="en-US" dirty="0">
                <a:latin typeface="Times New Roman" panose="02020603050405020304" pitchFamily="18" charset="0"/>
                <a:cs typeface="Times New Roman" panose="02020603050405020304" pitchFamily="18" charset="0"/>
              </a:rPr>
              <a:t>Label encoding of categorical features</a:t>
            </a:r>
          </a:p>
          <a:p>
            <a:r>
              <a:rPr lang="en-US" dirty="0">
                <a:latin typeface="Times New Roman" panose="02020603050405020304" pitchFamily="18" charset="0"/>
                <a:cs typeface="Times New Roman" panose="02020603050405020304" pitchFamily="18" charset="0"/>
              </a:rPr>
              <a:t>Feature scaling using </a:t>
            </a:r>
            <a:r>
              <a:rPr lang="en-US" dirty="0" err="1">
                <a:latin typeface="Times New Roman" panose="02020603050405020304" pitchFamily="18" charset="0"/>
                <a:cs typeface="Times New Roman" panose="02020603050405020304" pitchFamily="18" charset="0"/>
              </a:rPr>
              <a:t>StandardScaler</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Train-test split (70%-30%)</a:t>
            </a:r>
          </a:p>
          <a:p>
            <a:pPr marL="0" indent="0">
              <a:buNone/>
            </a:pPr>
            <a:endParaRPr lang="en-IN" dirty="0"/>
          </a:p>
        </p:txBody>
      </p:sp>
    </p:spTree>
    <p:extLst>
      <p:ext uri="{BB962C8B-B14F-4D97-AF65-F5344CB8AC3E}">
        <p14:creationId xmlns:p14="http://schemas.microsoft.com/office/powerpoint/2010/main" val="10218700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5B5CF-D812-3EC4-2A9A-4EBEC2E5AF1E}"/>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06AE0D52-6201-0B9A-2501-F32B387E807A}"/>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3. Machine Learning Models Used (for Training and Testing)</a:t>
            </a:r>
          </a:p>
          <a:p>
            <a:r>
              <a:rPr lang="en-US" dirty="0">
                <a:latin typeface="Times New Roman" panose="02020603050405020304" pitchFamily="18" charset="0"/>
                <a:cs typeface="Times New Roman" panose="02020603050405020304" pitchFamily="18" charset="0"/>
              </a:rPr>
              <a:t>Random Forest</a:t>
            </a:r>
          </a:p>
          <a:p>
            <a:r>
              <a:rPr lang="en-US" dirty="0">
                <a:latin typeface="Times New Roman" panose="02020603050405020304" pitchFamily="18" charset="0"/>
                <a:cs typeface="Times New Roman" panose="02020603050405020304" pitchFamily="18" charset="0"/>
              </a:rPr>
              <a:t>Support Vector Machine</a:t>
            </a:r>
          </a:p>
          <a:p>
            <a:r>
              <a:rPr lang="en-US" dirty="0">
                <a:latin typeface="Times New Roman" panose="02020603050405020304" pitchFamily="18" charset="0"/>
                <a:cs typeface="Times New Roman" panose="02020603050405020304" pitchFamily="18" charset="0"/>
              </a:rPr>
              <a:t>K-Nearest Neighbors</a:t>
            </a:r>
          </a:p>
          <a:p>
            <a:r>
              <a:rPr lang="en-US" dirty="0">
                <a:latin typeface="Times New Roman" panose="02020603050405020304" pitchFamily="18" charset="0"/>
                <a:cs typeface="Times New Roman" panose="02020603050405020304" pitchFamily="18" charset="0"/>
              </a:rPr>
              <a:t>Logistic Regression</a:t>
            </a:r>
          </a:p>
          <a:p>
            <a:r>
              <a:rPr lang="en-US" dirty="0">
                <a:latin typeface="Times New Roman" panose="02020603050405020304" pitchFamily="18" charset="0"/>
                <a:cs typeface="Times New Roman" panose="02020603050405020304" pitchFamily="18" charset="0"/>
              </a:rPr>
              <a:t>Decision Tree</a:t>
            </a:r>
          </a:p>
          <a:p>
            <a:r>
              <a:rPr lang="en-US" dirty="0">
                <a:latin typeface="Times New Roman" panose="02020603050405020304" pitchFamily="18" charset="0"/>
                <a:cs typeface="Times New Roman" panose="02020603050405020304" pitchFamily="18" charset="0"/>
              </a:rPr>
              <a:t>Naive Bayes</a:t>
            </a:r>
          </a:p>
          <a:p>
            <a:pPr marL="0" indent="0">
              <a:buNone/>
            </a:pPr>
            <a:endParaRPr lang="en-IN" dirty="0"/>
          </a:p>
        </p:txBody>
      </p:sp>
    </p:spTree>
    <p:extLst>
      <p:ext uri="{BB962C8B-B14F-4D97-AF65-F5344CB8AC3E}">
        <p14:creationId xmlns:p14="http://schemas.microsoft.com/office/powerpoint/2010/main" val="24233030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A8699-25C3-AFF8-4B8F-8F0C72D22FC5}"/>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A5D0A3B7-4B1C-458D-48D7-EDC26C7721EA}"/>
              </a:ext>
            </a:extLst>
          </p:cNvPr>
          <p:cNvSpPr>
            <a:spLocks noGrp="1"/>
          </p:cNvSpPr>
          <p:nvPr>
            <p:ph idx="1"/>
          </p:nvPr>
        </p:nvSpPr>
        <p:spPr/>
        <p:txBody>
          <a:bodyPr/>
          <a:lstStyle/>
          <a:p>
            <a:pPr marL="0" indent="0">
              <a:buNone/>
            </a:pPr>
            <a:r>
              <a:rPr lang="en-IN" b="1" dirty="0">
                <a:latin typeface="Times New Roman" panose="02020603050405020304" pitchFamily="18" charset="0"/>
                <a:cs typeface="Times New Roman" panose="02020603050405020304" pitchFamily="18" charset="0"/>
              </a:rPr>
              <a:t>4. Evaluation Metrics</a:t>
            </a:r>
          </a:p>
          <a:p>
            <a:r>
              <a:rPr lang="en-IN" dirty="0">
                <a:latin typeface="Times New Roman" panose="02020603050405020304" pitchFamily="18" charset="0"/>
                <a:cs typeface="Times New Roman" panose="02020603050405020304" pitchFamily="18" charset="0"/>
              </a:rPr>
              <a:t>Accuracy</a:t>
            </a:r>
          </a:p>
          <a:p>
            <a:r>
              <a:rPr lang="en-IN" dirty="0">
                <a:latin typeface="Times New Roman" panose="02020603050405020304" pitchFamily="18" charset="0"/>
                <a:cs typeface="Times New Roman" panose="02020603050405020304" pitchFamily="18" charset="0"/>
              </a:rPr>
              <a:t>Precision</a:t>
            </a:r>
          </a:p>
          <a:p>
            <a:r>
              <a:rPr lang="en-IN" dirty="0">
                <a:latin typeface="Times New Roman" panose="02020603050405020304" pitchFamily="18" charset="0"/>
                <a:cs typeface="Times New Roman" panose="02020603050405020304" pitchFamily="18" charset="0"/>
              </a:rPr>
              <a:t>Recall</a:t>
            </a:r>
          </a:p>
          <a:p>
            <a:r>
              <a:rPr lang="en-IN" dirty="0">
                <a:latin typeface="Times New Roman" panose="02020603050405020304" pitchFamily="18" charset="0"/>
                <a:cs typeface="Times New Roman" panose="02020603050405020304" pitchFamily="18" charset="0"/>
              </a:rPr>
              <a:t>F1-Score (2*[precision*recall]/[precision + recall])</a:t>
            </a:r>
          </a:p>
          <a:p>
            <a:r>
              <a:rPr lang="en-IN" dirty="0">
                <a:latin typeface="Times New Roman" panose="02020603050405020304" pitchFamily="18" charset="0"/>
                <a:cs typeface="Times New Roman" panose="02020603050405020304" pitchFamily="18" charset="0"/>
              </a:rPr>
              <a:t>Confusion Matrix</a:t>
            </a:r>
          </a:p>
          <a:p>
            <a:endParaRPr lang="en-IN" dirty="0"/>
          </a:p>
        </p:txBody>
      </p:sp>
    </p:spTree>
    <p:extLst>
      <p:ext uri="{BB962C8B-B14F-4D97-AF65-F5344CB8AC3E}">
        <p14:creationId xmlns:p14="http://schemas.microsoft.com/office/powerpoint/2010/main" val="42025567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9FAE-C685-2942-D3D4-216A6AC18B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4B33A6-B209-82E0-3AC4-ED0F2117C15F}"/>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Result </a:t>
            </a:r>
          </a:p>
        </p:txBody>
      </p:sp>
      <p:pic>
        <p:nvPicPr>
          <p:cNvPr id="5" name="Content Placeholder 4">
            <a:extLst>
              <a:ext uri="{FF2B5EF4-FFF2-40B4-BE49-F238E27FC236}">
                <a16:creationId xmlns:a16="http://schemas.microsoft.com/office/drawing/2014/main" id="{40798494-FD85-F359-75EB-D7F79A9FB84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84005" y="1602602"/>
            <a:ext cx="5484856" cy="4129126"/>
          </a:xfrm>
          <a:prstGeom prst="rect">
            <a:avLst/>
          </a:prstGeom>
        </p:spPr>
      </p:pic>
      <p:pic>
        <p:nvPicPr>
          <p:cNvPr id="7" name="Picture 6">
            <a:extLst>
              <a:ext uri="{FF2B5EF4-FFF2-40B4-BE49-F238E27FC236}">
                <a16:creationId xmlns:a16="http://schemas.microsoft.com/office/drawing/2014/main" id="{B9DB7BB6-87DA-231C-9DE3-DF8F54E76E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81843" y="0"/>
            <a:ext cx="5571957" cy="3557239"/>
          </a:xfrm>
          <a:prstGeom prst="rect">
            <a:avLst/>
          </a:prstGeom>
        </p:spPr>
      </p:pic>
      <p:pic>
        <p:nvPicPr>
          <p:cNvPr id="4" name="Picture 3">
            <a:extLst>
              <a:ext uri="{FF2B5EF4-FFF2-40B4-BE49-F238E27FC236}">
                <a16:creationId xmlns:a16="http://schemas.microsoft.com/office/drawing/2014/main" id="{58552263-B93E-6686-AF1F-94FF4ADD2CC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9288" y="3429000"/>
            <a:ext cx="5263375" cy="3311102"/>
          </a:xfrm>
          <a:prstGeom prst="rect">
            <a:avLst/>
          </a:prstGeom>
        </p:spPr>
      </p:pic>
    </p:spTree>
    <p:extLst>
      <p:ext uri="{BB962C8B-B14F-4D97-AF65-F5344CB8AC3E}">
        <p14:creationId xmlns:p14="http://schemas.microsoft.com/office/powerpoint/2010/main" val="36456711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BEDFC-5FF8-C275-F620-CA26584ACC24}"/>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Result</a:t>
            </a:r>
          </a:p>
        </p:txBody>
      </p:sp>
      <p:pic>
        <p:nvPicPr>
          <p:cNvPr id="5" name="Content Placeholder 4">
            <a:extLst>
              <a:ext uri="{FF2B5EF4-FFF2-40B4-BE49-F238E27FC236}">
                <a16:creationId xmlns:a16="http://schemas.microsoft.com/office/drawing/2014/main" id="{FBE11491-3F1B-F7DE-9A79-B795F735547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12921" y="1602601"/>
            <a:ext cx="5141469" cy="4351338"/>
          </a:xfrm>
          <a:prstGeom prst="rect">
            <a:avLst/>
          </a:prstGeom>
        </p:spPr>
      </p:pic>
      <p:pic>
        <p:nvPicPr>
          <p:cNvPr id="4" name="Picture 3">
            <a:extLst>
              <a:ext uri="{FF2B5EF4-FFF2-40B4-BE49-F238E27FC236}">
                <a16:creationId xmlns:a16="http://schemas.microsoft.com/office/drawing/2014/main" id="{3C027FCC-1C07-0DE3-9223-2F9EFC4207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59289" y="4447343"/>
            <a:ext cx="3515216" cy="1390844"/>
          </a:xfrm>
          <a:prstGeom prst="rect">
            <a:avLst/>
          </a:prstGeom>
        </p:spPr>
      </p:pic>
      <p:pic>
        <p:nvPicPr>
          <p:cNvPr id="6" name="Picture 5">
            <a:extLst>
              <a:ext uri="{FF2B5EF4-FFF2-40B4-BE49-F238E27FC236}">
                <a16:creationId xmlns:a16="http://schemas.microsoft.com/office/drawing/2014/main" id="{5F6DFEAA-909D-7123-30EC-2CCEA9C78878}"/>
              </a:ext>
            </a:extLst>
          </p:cNvPr>
          <p:cNvPicPr>
            <a:picLocks noChangeAspect="1"/>
          </p:cNvPicPr>
          <p:nvPr/>
        </p:nvPicPr>
        <p:blipFill>
          <a:blip r:embed="rId4"/>
          <a:stretch>
            <a:fillRect/>
          </a:stretch>
        </p:blipFill>
        <p:spPr>
          <a:xfrm>
            <a:off x="5979669" y="481936"/>
            <a:ext cx="5872905" cy="1600423"/>
          </a:xfrm>
          <a:prstGeom prst="rect">
            <a:avLst/>
          </a:prstGeom>
        </p:spPr>
      </p:pic>
    </p:spTree>
    <p:extLst>
      <p:ext uri="{BB962C8B-B14F-4D97-AF65-F5344CB8AC3E}">
        <p14:creationId xmlns:p14="http://schemas.microsoft.com/office/powerpoint/2010/main" val="33109509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19452-3000-DF4A-F633-2C06CB0E4BBE}"/>
              </a:ext>
            </a:extLst>
          </p:cNvPr>
          <p:cNvSpPr>
            <a:spLocks noGrp="1"/>
          </p:cNvSpPr>
          <p:nvPr>
            <p:ph type="title"/>
          </p:nvPr>
        </p:nvSpPr>
        <p:spPr/>
        <p:txBody>
          <a:bodyPr/>
          <a:lstStyle/>
          <a:p>
            <a:r>
              <a:rPr lang="en-US">
                <a:latin typeface="Times New Roman" panose="02020603050405020304" pitchFamily="18" charset="0"/>
                <a:cs typeface="Times New Roman" panose="02020603050405020304" pitchFamily="18" charset="0"/>
              </a:rPr>
              <a:t>Outcomes</a:t>
            </a:r>
            <a:endParaRPr lang="en-US"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96084D1-BF8A-599C-4DEE-5FD15C78EC1C}"/>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 Comparative analysis of ML models completed</a:t>
            </a:r>
          </a:p>
          <a:p>
            <a:r>
              <a:rPr lang="en-US" dirty="0">
                <a:latin typeface="Times New Roman" panose="02020603050405020304" pitchFamily="18" charset="0"/>
                <a:cs typeface="Times New Roman" panose="02020603050405020304" pitchFamily="18" charset="0"/>
              </a:rPr>
              <a:t> Performance evaluation completed</a:t>
            </a:r>
          </a:p>
          <a:p>
            <a:r>
              <a:rPr lang="en-US" dirty="0">
                <a:latin typeface="Times New Roman" panose="02020603050405020304" pitchFamily="18" charset="0"/>
                <a:cs typeface="Times New Roman" panose="02020603050405020304" pitchFamily="18" charset="0"/>
              </a:rPr>
              <a:t> Best model identified (Random Forest)</a:t>
            </a:r>
          </a:p>
          <a:p>
            <a:r>
              <a:rPr lang="en-US" dirty="0">
                <a:latin typeface="Times New Roman" panose="02020603050405020304" pitchFamily="18" charset="0"/>
                <a:cs typeface="Times New Roman" panose="02020603050405020304" pitchFamily="18" charset="0"/>
              </a:rPr>
              <a:t> Graphical analysis generated</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dirty="0"/>
          </a:p>
        </p:txBody>
      </p:sp>
    </p:spTree>
    <p:extLst>
      <p:ext uri="{BB962C8B-B14F-4D97-AF65-F5344CB8AC3E}">
        <p14:creationId xmlns:p14="http://schemas.microsoft.com/office/powerpoint/2010/main" val="21549569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C5325-4A51-AE05-7BE6-440D74D0BCB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References</a:t>
            </a:r>
          </a:p>
        </p:txBody>
      </p:sp>
      <p:sp>
        <p:nvSpPr>
          <p:cNvPr id="4" name="Rectangle 1">
            <a:extLst>
              <a:ext uri="{FF2B5EF4-FFF2-40B4-BE49-F238E27FC236}">
                <a16:creationId xmlns:a16="http://schemas.microsoft.com/office/drawing/2014/main" id="{6AF71E8F-D5DC-9E47-8444-497758920085}"/>
              </a:ext>
            </a:extLst>
          </p:cNvPr>
          <p:cNvSpPr>
            <a:spLocks noGrp="1" noChangeArrowheads="1"/>
          </p:cNvSpPr>
          <p:nvPr>
            <p:ph idx="1"/>
          </p:nvPr>
        </p:nvSpPr>
        <p:spPr bwMode="auto">
          <a:xfrm>
            <a:off x="838200" y="2529106"/>
            <a:ext cx="415498"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indent="0" eaLnBrk="0" fontAlgn="base" hangingPunct="0">
              <a:lnSpc>
                <a:spcPct val="100000"/>
              </a:lnSpc>
              <a:spcBef>
                <a:spcPct val="0"/>
              </a:spcBef>
              <a:spcAft>
                <a:spcPct val="0"/>
              </a:spcAft>
              <a:buNone/>
            </a:pPr>
            <a:endPar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eaLnBrk="0" fontAlgn="base" hangingPunct="0">
              <a:lnSpc>
                <a:spcPct val="100000"/>
              </a:lnSpc>
              <a:spcBef>
                <a:spcPct val="0"/>
              </a:spcBef>
              <a:spcAft>
                <a:spcPct val="0"/>
              </a:spcAf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6" name="Rectangle 3">
            <a:extLst>
              <a:ext uri="{FF2B5EF4-FFF2-40B4-BE49-F238E27FC236}">
                <a16:creationId xmlns:a16="http://schemas.microsoft.com/office/drawing/2014/main" id="{DB26C364-5761-D3A8-8C71-F41766E2B8D4}"/>
              </a:ext>
            </a:extLst>
          </p:cNvPr>
          <p:cNvSpPr>
            <a:spLocks noChangeArrowheads="1"/>
          </p:cNvSpPr>
          <p:nvPr/>
        </p:nvSpPr>
        <p:spPr bwMode="auto">
          <a:xfrm>
            <a:off x="446049" y="2559884"/>
            <a:ext cx="11696151"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Moustafa, N., &amp; Slay, J. (2022). </a:t>
            </a:r>
            <a:r>
              <a:rPr lang="en-US" altLang="en-US" sz="2400" i="1" dirty="0">
                <a:latin typeface="Times New Roman" panose="02020603050405020304" pitchFamily="18" charset="0"/>
                <a:cs typeface="Times New Roman" panose="02020603050405020304" pitchFamily="18" charset="0"/>
              </a:rPr>
              <a:t>RT_IoT2022: A Real-Time IoT Network Intrusion </a:t>
            </a:r>
          </a:p>
          <a:p>
            <a:pPr lvl="0" eaLnBrk="0" fontAlgn="base" hangingPunct="0">
              <a:spcBef>
                <a:spcPct val="0"/>
              </a:spcBef>
              <a:spcAft>
                <a:spcPct val="0"/>
              </a:spcAft>
            </a:pPr>
            <a:r>
              <a:rPr lang="en-US" altLang="en-US" sz="2400" i="1" dirty="0">
                <a:latin typeface="Times New Roman" panose="02020603050405020304" pitchFamily="18" charset="0"/>
                <a:cs typeface="Times New Roman" panose="02020603050405020304" pitchFamily="18" charset="0"/>
              </a:rPr>
              <a:t>     Detection Dataset.</a:t>
            </a:r>
            <a:endParaRPr lang="en-US" altLang="en-US" sz="2400" dirty="0">
              <a:latin typeface="Times New Roman" panose="02020603050405020304" pitchFamily="18" charset="0"/>
              <a:cs typeface="Times New Roman" panose="02020603050405020304" pitchFamily="18" charset="0"/>
            </a:endParaRPr>
          </a:p>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Ahmed, M., Mahmood, A. N., &amp; Hu, J. (2016). “A Survey of Network Anomaly Detection </a:t>
            </a:r>
          </a:p>
          <a:p>
            <a:pPr lvl="0" eaLnBrk="0" fontAlgn="base" hangingPunct="0">
              <a:spcBef>
                <a:spcPct val="0"/>
              </a:spcBef>
              <a:spcAft>
                <a:spcPct val="0"/>
              </a:spcAft>
            </a:pPr>
            <a:r>
              <a:rPr lang="en-US" altLang="en-US" sz="2400" dirty="0">
                <a:latin typeface="Times New Roman" panose="02020603050405020304" pitchFamily="18" charset="0"/>
                <a:cs typeface="Times New Roman" panose="02020603050405020304" pitchFamily="18" charset="0"/>
              </a:rPr>
              <a:t>     Techniques.” </a:t>
            </a:r>
            <a:r>
              <a:rPr lang="en-US" altLang="en-US" sz="2400" i="1" dirty="0">
                <a:latin typeface="Times New Roman" panose="02020603050405020304" pitchFamily="18" charset="0"/>
                <a:cs typeface="Times New Roman" panose="02020603050405020304" pitchFamily="18" charset="0"/>
              </a:rPr>
              <a:t>Journal of Network and Computer Applications.</a:t>
            </a:r>
            <a:endParaRPr lang="en-US" altLang="en-US" sz="2400" dirty="0">
              <a:latin typeface="Times New Roman" panose="02020603050405020304" pitchFamily="18" charset="0"/>
              <a:cs typeface="Times New Roman" panose="02020603050405020304" pitchFamily="18" charset="0"/>
            </a:endParaRPr>
          </a:p>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Scikit-learn Documentation.</a:t>
            </a:r>
          </a:p>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IEEE Xplore Digital Library – Research articles on IoT intrusion detection systems.</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7249175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208BD6-2A31-5677-2B53-FD39A887D102}"/>
              </a:ext>
            </a:extLst>
          </p:cNvPr>
          <p:cNvSpPr>
            <a:spLocks noGrp="1"/>
          </p:cNvSpPr>
          <p:nvPr>
            <p:ph type="title"/>
          </p:nvPr>
        </p:nvSpPr>
        <p:spPr>
          <a:xfrm>
            <a:off x="838200" y="2618467"/>
            <a:ext cx="5257800" cy="1325563"/>
          </a:xfrm>
        </p:spPr>
        <p:txBody>
          <a:bodyPr/>
          <a:lstStyle/>
          <a:p>
            <a:r>
              <a:rPr lang="en-IN"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3747106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773</TotalTime>
  <Words>655</Words>
  <Application>Microsoft Office PowerPoint</Application>
  <PresentationFormat>Widescreen</PresentationFormat>
  <Paragraphs>131</Paragraphs>
  <Slides>18</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Aptos</vt:lpstr>
      <vt:lpstr>Aptos Display</vt:lpstr>
      <vt:lpstr>Arial</vt:lpstr>
      <vt:lpstr>Calibri</vt:lpstr>
      <vt:lpstr>Times New Roman</vt:lpstr>
      <vt:lpstr>Wingdings</vt:lpstr>
      <vt:lpstr>Office Theme</vt:lpstr>
      <vt:lpstr>Anomaly Detection in IoT Network using Machine Learning</vt:lpstr>
      <vt:lpstr>Outline</vt:lpstr>
      <vt:lpstr>Introduction</vt:lpstr>
      <vt:lpstr>Introduction</vt:lpstr>
      <vt:lpstr>Literature Review (Traditional Approaches) </vt:lpstr>
      <vt:lpstr>Literature Review (Machine Learning Approaches)</vt:lpstr>
      <vt:lpstr>Problem Statement</vt:lpstr>
      <vt:lpstr>Objectives</vt:lpstr>
      <vt:lpstr>Proposed Methodology (Flowchart)</vt:lpstr>
      <vt:lpstr>Proposed Methodology</vt:lpstr>
      <vt:lpstr>Proposed Methodology</vt:lpstr>
      <vt:lpstr>Proposed Methodology</vt:lpstr>
      <vt:lpstr>Proposed Methodology</vt:lpstr>
      <vt:lpstr>Result </vt:lpstr>
      <vt:lpstr>Result</vt:lpstr>
      <vt:lpstr>Outcomes</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Akshay Jadhav [MU - Jaipur]</dc:creator>
  <cp:lastModifiedBy>Kushagra Singh</cp:lastModifiedBy>
  <cp:revision>8</cp:revision>
  <dcterms:created xsi:type="dcterms:W3CDTF">2025-09-29T05:03:41Z</dcterms:created>
  <dcterms:modified xsi:type="dcterms:W3CDTF">2026-02-19T07:15:51Z</dcterms:modified>
</cp:coreProperties>
</file>