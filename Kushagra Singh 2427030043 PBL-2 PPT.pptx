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
  </p:notesMasterIdLst>
  <p:sldIdLst>
    <p:sldId id="256" r:id="rId2"/>
    <p:sldId id="257" r:id="rId3"/>
    <p:sldId id="258" r:id="rId4"/>
    <p:sldId id="268" r:id="rId5"/>
    <p:sldId id="259" r:id="rId6"/>
    <p:sldId id="269" r:id="rId7"/>
    <p:sldId id="260" r:id="rId8"/>
    <p:sldId id="262" r:id="rId9"/>
    <p:sldId id="273" r:id="rId10"/>
    <p:sldId id="261" r:id="rId11"/>
    <p:sldId id="272" r:id="rId12"/>
    <p:sldId id="270" r:id="rId13"/>
    <p:sldId id="271" r:id="rId14"/>
    <p:sldId id="266" r:id="rId15"/>
    <p:sldId id="274" r:id="rId16"/>
    <p:sldId id="267" r:id="rId17"/>
    <p:sldId id="263" r:id="rId18"/>
    <p:sldId id="264"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2118EC8-7C6A-45E0-A80B-927C63154ED9}" v="54" dt="2026-02-14T18:58:24.29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9" d="100"/>
          <a:sy n="69" d="100"/>
        </p:scale>
        <p:origin x="77" y="115"/>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microsoft.com/office/2015/10/relationships/revisionInfo" Target="revisionInfo.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Kushagra Singh" userId="d544485b39300f66" providerId="LiveId" clId="{E14CB0D5-A710-4E49-AABE-D5223A212189}"/>
    <pc:docChg chg="undo custSel addSld modSld">
      <pc:chgData name="Kushagra Singh" userId="d544485b39300f66" providerId="LiveId" clId="{E14CB0D5-A710-4E49-AABE-D5223A212189}" dt="2026-02-14T19:36:17.069" v="2361" actId="1076"/>
      <pc:docMkLst>
        <pc:docMk/>
      </pc:docMkLst>
      <pc:sldChg chg="modSp mod">
        <pc:chgData name="Kushagra Singh" userId="d544485b39300f66" providerId="LiveId" clId="{E14CB0D5-A710-4E49-AABE-D5223A212189}" dt="2026-02-14T16:44:43.779" v="1682" actId="20577"/>
        <pc:sldMkLst>
          <pc:docMk/>
          <pc:sldMk cId="380237416" sldId="256"/>
        </pc:sldMkLst>
        <pc:spChg chg="mod">
          <ac:chgData name="Kushagra Singh" userId="d544485b39300f66" providerId="LiveId" clId="{E14CB0D5-A710-4E49-AABE-D5223A212189}" dt="2026-02-14T16:44:43.779" v="1682" actId="20577"/>
          <ac:spMkLst>
            <pc:docMk/>
            <pc:sldMk cId="380237416" sldId="256"/>
            <ac:spMk id="2" creationId="{874FB14B-13FD-63D0-B558-FA2B9FA1B8F9}"/>
          </ac:spMkLst>
        </pc:spChg>
        <pc:spChg chg="mod">
          <ac:chgData name="Kushagra Singh" userId="d544485b39300f66" providerId="LiveId" clId="{E14CB0D5-A710-4E49-AABE-D5223A212189}" dt="2026-02-12T19:35:46.074" v="137" actId="20577"/>
          <ac:spMkLst>
            <pc:docMk/>
            <pc:sldMk cId="380237416" sldId="256"/>
            <ac:spMk id="3" creationId="{33DAA6DE-3B6C-1A2F-6135-52EEA7D16507}"/>
          </ac:spMkLst>
        </pc:spChg>
        <pc:spChg chg="mod">
          <ac:chgData name="Kushagra Singh" userId="d544485b39300f66" providerId="LiveId" clId="{E14CB0D5-A710-4E49-AABE-D5223A212189}" dt="2026-02-12T19:35:59.358" v="168" actId="20577"/>
          <ac:spMkLst>
            <pc:docMk/>
            <pc:sldMk cId="380237416" sldId="256"/>
            <ac:spMk id="4" creationId="{8265C3A1-7DE8-FF2B-D7D7-6CB2859C63C2}"/>
          </ac:spMkLst>
        </pc:spChg>
      </pc:sldChg>
      <pc:sldChg chg="modSp mod">
        <pc:chgData name="Kushagra Singh" userId="d544485b39300f66" providerId="LiveId" clId="{E14CB0D5-A710-4E49-AABE-D5223A212189}" dt="2026-02-14T16:44:22.277" v="1680" actId="2711"/>
        <pc:sldMkLst>
          <pc:docMk/>
          <pc:sldMk cId="2878976597" sldId="258"/>
        </pc:sldMkLst>
        <pc:spChg chg="mod">
          <ac:chgData name="Kushagra Singh" userId="d544485b39300f66" providerId="LiveId" clId="{E14CB0D5-A710-4E49-AABE-D5223A212189}" dt="2026-02-14T16:44:17.064" v="1679" actId="2711"/>
          <ac:spMkLst>
            <pc:docMk/>
            <pc:sldMk cId="2878976597" sldId="258"/>
            <ac:spMk id="2" creationId="{6F25A96B-B72E-0C72-F61B-C99183D10D26}"/>
          </ac:spMkLst>
        </pc:spChg>
        <pc:spChg chg="mod">
          <ac:chgData name="Kushagra Singh" userId="d544485b39300f66" providerId="LiveId" clId="{E14CB0D5-A710-4E49-AABE-D5223A212189}" dt="2026-02-14T16:44:22.277" v="1680" actId="2711"/>
          <ac:spMkLst>
            <pc:docMk/>
            <pc:sldMk cId="2878976597" sldId="258"/>
            <ac:spMk id="3" creationId="{E031CBD1-1236-BD10-F9B4-E2675BA38ED1}"/>
          </ac:spMkLst>
        </pc:spChg>
      </pc:sldChg>
      <pc:sldChg chg="modSp mod">
        <pc:chgData name="Kushagra Singh" userId="d544485b39300f66" providerId="LiveId" clId="{E14CB0D5-A710-4E49-AABE-D5223A212189}" dt="2026-02-14T18:27:51.748" v="2162" actId="255"/>
        <pc:sldMkLst>
          <pc:docMk/>
          <pc:sldMk cId="310308161" sldId="259"/>
        </pc:sldMkLst>
        <pc:spChg chg="mod">
          <ac:chgData name="Kushagra Singh" userId="d544485b39300f66" providerId="LiveId" clId="{E14CB0D5-A710-4E49-AABE-D5223A212189}" dt="2026-02-14T16:43:51.746" v="1676" actId="2711"/>
          <ac:spMkLst>
            <pc:docMk/>
            <pc:sldMk cId="310308161" sldId="259"/>
            <ac:spMk id="2" creationId="{EA85647D-9B85-4135-FDC8-4412998CA206}"/>
          </ac:spMkLst>
        </pc:spChg>
        <pc:spChg chg="mod">
          <ac:chgData name="Kushagra Singh" userId="d544485b39300f66" providerId="LiveId" clId="{E14CB0D5-A710-4E49-AABE-D5223A212189}" dt="2026-02-14T18:27:51.748" v="2162" actId="255"/>
          <ac:spMkLst>
            <pc:docMk/>
            <pc:sldMk cId="310308161" sldId="259"/>
            <ac:spMk id="3" creationId="{7485F665-7E3B-0A75-0EE5-8FA0D35D261D}"/>
          </ac:spMkLst>
        </pc:spChg>
      </pc:sldChg>
      <pc:sldChg chg="modSp mod">
        <pc:chgData name="Kushagra Singh" userId="d544485b39300f66" providerId="LiveId" clId="{E14CB0D5-A710-4E49-AABE-D5223A212189}" dt="2026-02-14T19:06:34.943" v="2351" actId="20577"/>
        <pc:sldMkLst>
          <pc:docMk/>
          <pc:sldMk cId="2374707807" sldId="260"/>
        </pc:sldMkLst>
        <pc:spChg chg="mod">
          <ac:chgData name="Kushagra Singh" userId="d544485b39300f66" providerId="LiveId" clId="{E14CB0D5-A710-4E49-AABE-D5223A212189}" dt="2026-02-14T16:45:15.419" v="1685" actId="2711"/>
          <ac:spMkLst>
            <pc:docMk/>
            <pc:sldMk cId="2374707807" sldId="260"/>
            <ac:spMk id="2" creationId="{C5EA1533-4BE1-DF5E-D485-BD167C2BD85D}"/>
          </ac:spMkLst>
        </pc:spChg>
        <pc:spChg chg="mod">
          <ac:chgData name="Kushagra Singh" userId="d544485b39300f66" providerId="LiveId" clId="{E14CB0D5-A710-4E49-AABE-D5223A212189}" dt="2026-02-14T19:06:34.943" v="2351" actId="20577"/>
          <ac:spMkLst>
            <pc:docMk/>
            <pc:sldMk cId="2374707807" sldId="260"/>
            <ac:spMk id="3" creationId="{CB024CC5-00AF-876C-F7CA-146754384CB0}"/>
          </ac:spMkLst>
        </pc:spChg>
      </pc:sldChg>
      <pc:sldChg chg="addSp delSp modSp mod">
        <pc:chgData name="Kushagra Singh" userId="d544485b39300f66" providerId="LiveId" clId="{E14CB0D5-A710-4E49-AABE-D5223A212189}" dt="2026-02-14T18:59:39.051" v="2279" actId="20577"/>
        <pc:sldMkLst>
          <pc:docMk/>
          <pc:sldMk cId="1077724860" sldId="261"/>
        </pc:sldMkLst>
        <pc:spChg chg="mod">
          <ac:chgData name="Kushagra Singh" userId="d544485b39300f66" providerId="LiveId" clId="{E14CB0D5-A710-4E49-AABE-D5223A212189}" dt="2026-02-14T16:32:40.373" v="1665" actId="2711"/>
          <ac:spMkLst>
            <pc:docMk/>
            <pc:sldMk cId="1077724860" sldId="261"/>
            <ac:spMk id="2" creationId="{EAC2C796-D371-7EE6-056A-4956DC25840D}"/>
          </ac:spMkLst>
        </pc:spChg>
        <pc:spChg chg="mod">
          <ac:chgData name="Kushagra Singh" userId="d544485b39300f66" providerId="LiveId" clId="{E14CB0D5-A710-4E49-AABE-D5223A212189}" dt="2026-02-14T18:59:39.051" v="2279" actId="20577"/>
          <ac:spMkLst>
            <pc:docMk/>
            <pc:sldMk cId="1077724860" sldId="261"/>
            <ac:spMk id="3" creationId="{F7E7EF98-E6AD-70D5-2BE9-3A859F15DFF4}"/>
          </ac:spMkLst>
        </pc:spChg>
        <pc:spChg chg="add del mod">
          <ac:chgData name="Kushagra Singh" userId="d544485b39300f66" providerId="LiveId" clId="{E14CB0D5-A710-4E49-AABE-D5223A212189}" dt="2026-02-14T12:52:27.564" v="463" actId="11529"/>
          <ac:spMkLst>
            <pc:docMk/>
            <pc:sldMk cId="1077724860" sldId="261"/>
            <ac:spMk id="4" creationId="{7EF8C465-052C-564E-7961-8197ABF8CAC1}"/>
          </ac:spMkLst>
        </pc:spChg>
        <pc:spChg chg="add del">
          <ac:chgData name="Kushagra Singh" userId="d544485b39300f66" providerId="LiveId" clId="{E14CB0D5-A710-4E49-AABE-D5223A212189}" dt="2026-02-14T12:52:26.455" v="461" actId="11529"/>
          <ac:spMkLst>
            <pc:docMk/>
            <pc:sldMk cId="1077724860" sldId="261"/>
            <ac:spMk id="5" creationId="{914357BA-AB5C-4E5A-3DAD-4D2EDBB79E13}"/>
          </ac:spMkLst>
        </pc:spChg>
      </pc:sldChg>
      <pc:sldChg chg="modSp mod">
        <pc:chgData name="Kushagra Singh" userId="d544485b39300f66" providerId="LiveId" clId="{E14CB0D5-A710-4E49-AABE-D5223A212189}" dt="2026-02-14T16:33:04.268" v="1668" actId="2711"/>
        <pc:sldMkLst>
          <pc:docMk/>
          <pc:sldMk cId="3547097812" sldId="262"/>
        </pc:sldMkLst>
        <pc:spChg chg="mod">
          <ac:chgData name="Kushagra Singh" userId="d544485b39300f66" providerId="LiveId" clId="{E14CB0D5-A710-4E49-AABE-D5223A212189}" dt="2026-02-14T16:32:58.100" v="1667" actId="2711"/>
          <ac:spMkLst>
            <pc:docMk/>
            <pc:sldMk cId="3547097812" sldId="262"/>
            <ac:spMk id="2" creationId="{DAC66CBD-FC59-BE59-2070-B5315E2C8921}"/>
          </ac:spMkLst>
        </pc:spChg>
        <pc:spChg chg="mod">
          <ac:chgData name="Kushagra Singh" userId="d544485b39300f66" providerId="LiveId" clId="{E14CB0D5-A710-4E49-AABE-D5223A212189}" dt="2026-02-14T16:33:04.268" v="1668" actId="2711"/>
          <ac:spMkLst>
            <pc:docMk/>
            <pc:sldMk cId="3547097812" sldId="262"/>
            <ac:spMk id="3" creationId="{CE3E25AA-71BA-D0F6-3993-32491BD06DD7}"/>
          </ac:spMkLst>
        </pc:spChg>
      </pc:sldChg>
      <pc:sldChg chg="addSp delSp modSp mod">
        <pc:chgData name="Kushagra Singh" userId="d544485b39300f66" providerId="LiveId" clId="{E14CB0D5-A710-4E49-AABE-D5223A212189}" dt="2026-02-14T19:01:01.682" v="2287" actId="20577"/>
        <pc:sldMkLst>
          <pc:docMk/>
          <pc:sldMk cId="2724917500" sldId="263"/>
        </pc:sldMkLst>
        <pc:spChg chg="mod">
          <ac:chgData name="Kushagra Singh" userId="d544485b39300f66" providerId="LiveId" clId="{E14CB0D5-A710-4E49-AABE-D5223A212189}" dt="2026-02-14T16:47:10.942" v="1693" actId="2711"/>
          <ac:spMkLst>
            <pc:docMk/>
            <pc:sldMk cId="2724917500" sldId="263"/>
            <ac:spMk id="2" creationId="{5C6C5325-4A51-AE05-7BE6-440D74D0BCB6}"/>
          </ac:spMkLst>
        </pc:spChg>
        <pc:spChg chg="del mod">
          <ac:chgData name="Kushagra Singh" userId="d544485b39300f66" providerId="LiveId" clId="{E14CB0D5-A710-4E49-AABE-D5223A212189}" dt="2026-02-14T14:00:21.126" v="895"/>
          <ac:spMkLst>
            <pc:docMk/>
            <pc:sldMk cId="2724917500" sldId="263"/>
            <ac:spMk id="3" creationId="{A6188C38-4C0A-7C78-2FF6-39EB62252E81}"/>
          </ac:spMkLst>
        </pc:spChg>
        <pc:spChg chg="add mod">
          <ac:chgData name="Kushagra Singh" userId="d544485b39300f66" providerId="LiveId" clId="{E14CB0D5-A710-4E49-AABE-D5223A212189}" dt="2026-02-14T16:28:05.722" v="1393" actId="5793"/>
          <ac:spMkLst>
            <pc:docMk/>
            <pc:sldMk cId="2724917500" sldId="263"/>
            <ac:spMk id="4" creationId="{6AF71E8F-D5DC-9E47-8444-497758920085}"/>
          </ac:spMkLst>
        </pc:spChg>
        <pc:spChg chg="add del mod">
          <ac:chgData name="Kushagra Singh" userId="d544485b39300f66" providerId="LiveId" clId="{E14CB0D5-A710-4E49-AABE-D5223A212189}" dt="2026-02-14T16:25:14.882" v="1141" actId="21"/>
          <ac:spMkLst>
            <pc:docMk/>
            <pc:sldMk cId="2724917500" sldId="263"/>
            <ac:spMk id="5" creationId="{1B419EB6-B848-3FAF-22DA-F33FD69F1198}"/>
          </ac:spMkLst>
        </pc:spChg>
        <pc:spChg chg="add mod">
          <ac:chgData name="Kushagra Singh" userId="d544485b39300f66" providerId="LiveId" clId="{E14CB0D5-A710-4E49-AABE-D5223A212189}" dt="2026-02-14T19:01:01.682" v="2287" actId="20577"/>
          <ac:spMkLst>
            <pc:docMk/>
            <pc:sldMk cId="2724917500" sldId="263"/>
            <ac:spMk id="6" creationId="{DB26C364-5761-D3A8-8C71-F41766E2B8D4}"/>
          </ac:spMkLst>
        </pc:spChg>
        <pc:spChg chg="add mod">
          <ac:chgData name="Kushagra Singh" userId="d544485b39300f66" providerId="LiveId" clId="{E14CB0D5-A710-4E49-AABE-D5223A212189}" dt="2026-02-14T16:28:19.112" v="1396"/>
          <ac:spMkLst>
            <pc:docMk/>
            <pc:sldMk cId="2724917500" sldId="263"/>
            <ac:spMk id="7" creationId="{9B7DB4B6-3686-DA27-B3C1-874348C9C472}"/>
          </ac:spMkLst>
        </pc:spChg>
      </pc:sldChg>
      <pc:sldChg chg="modSp mod">
        <pc:chgData name="Kushagra Singh" userId="d544485b39300f66" providerId="LiveId" clId="{E14CB0D5-A710-4E49-AABE-D5223A212189}" dt="2026-02-14T16:47:16.981" v="1694" actId="2711"/>
        <pc:sldMkLst>
          <pc:docMk/>
          <pc:sldMk cId="2374710685" sldId="264"/>
        </pc:sldMkLst>
        <pc:spChg chg="mod">
          <ac:chgData name="Kushagra Singh" userId="d544485b39300f66" providerId="LiveId" clId="{E14CB0D5-A710-4E49-AABE-D5223A212189}" dt="2026-02-14T16:47:16.981" v="1694" actId="2711"/>
          <ac:spMkLst>
            <pc:docMk/>
            <pc:sldMk cId="2374710685" sldId="264"/>
            <ac:spMk id="4" creationId="{C7208BD6-2A31-5677-2B53-FD39A887D102}"/>
          </ac:spMkLst>
        </pc:spChg>
      </pc:sldChg>
      <pc:sldChg chg="addSp delSp modSp mod">
        <pc:chgData name="Kushagra Singh" userId="d544485b39300f66" providerId="LiveId" clId="{E14CB0D5-A710-4E49-AABE-D5223A212189}" dt="2026-02-14T19:35:40.523" v="2360" actId="14100"/>
        <pc:sldMkLst>
          <pc:docMk/>
          <pc:sldMk cId="3645671189" sldId="266"/>
        </pc:sldMkLst>
        <pc:spChg chg="mod">
          <ac:chgData name="Kushagra Singh" userId="d544485b39300f66" providerId="LiveId" clId="{E14CB0D5-A710-4E49-AABE-D5223A212189}" dt="2026-02-14T16:46:01.936" v="1689" actId="2711"/>
          <ac:spMkLst>
            <pc:docMk/>
            <pc:sldMk cId="3645671189" sldId="266"/>
            <ac:spMk id="2" creationId="{294B33A6-B209-82E0-3AC4-ED0F2117C15F}"/>
          </ac:spMkLst>
        </pc:spChg>
        <pc:spChg chg="del mod">
          <ac:chgData name="Kushagra Singh" userId="d544485b39300f66" providerId="LiveId" clId="{E14CB0D5-A710-4E49-AABE-D5223A212189}" dt="2026-02-14T18:06:31.603" v="2085" actId="931"/>
          <ac:spMkLst>
            <pc:docMk/>
            <pc:sldMk cId="3645671189" sldId="266"/>
            <ac:spMk id="3" creationId="{3D7D4913-00D1-0B0F-38B7-C226FBBC330D}"/>
          </ac:spMkLst>
        </pc:spChg>
        <pc:picChg chg="add mod">
          <ac:chgData name="Kushagra Singh" userId="d544485b39300f66" providerId="LiveId" clId="{E14CB0D5-A710-4E49-AABE-D5223A212189}" dt="2026-02-14T19:35:40.523" v="2360" actId="14100"/>
          <ac:picMkLst>
            <pc:docMk/>
            <pc:sldMk cId="3645671189" sldId="266"/>
            <ac:picMk id="4" creationId="{58552263-B93E-6686-AF1F-94FF4ADD2CCE}"/>
          </ac:picMkLst>
        </pc:picChg>
        <pc:picChg chg="add mod ord">
          <ac:chgData name="Kushagra Singh" userId="d544485b39300f66" providerId="LiveId" clId="{E14CB0D5-A710-4E49-AABE-D5223A212189}" dt="2026-02-14T19:07:34.682" v="2354" actId="1076"/>
          <ac:picMkLst>
            <pc:docMk/>
            <pc:sldMk cId="3645671189" sldId="266"/>
            <ac:picMk id="5" creationId="{40798494-FD85-F359-75EB-D7F79A9FB845}"/>
          </ac:picMkLst>
        </pc:picChg>
        <pc:picChg chg="add mod">
          <ac:chgData name="Kushagra Singh" userId="d544485b39300f66" providerId="LiveId" clId="{E14CB0D5-A710-4E49-AABE-D5223A212189}" dt="2026-02-14T19:07:38.145" v="2355" actId="1076"/>
          <ac:picMkLst>
            <pc:docMk/>
            <pc:sldMk cId="3645671189" sldId="266"/>
            <ac:picMk id="7" creationId="{B9DB7BB6-87DA-231C-9DE3-DF8F54E76E00}"/>
          </ac:picMkLst>
        </pc:picChg>
      </pc:sldChg>
      <pc:sldChg chg="modSp mod">
        <pc:chgData name="Kushagra Singh" userId="d544485b39300f66" providerId="LiveId" clId="{E14CB0D5-A710-4E49-AABE-D5223A212189}" dt="2026-02-14T18:58:58.818" v="2253" actId="20577"/>
        <pc:sldMkLst>
          <pc:docMk/>
          <pc:sldMk cId="2154956931" sldId="267"/>
        </pc:sldMkLst>
        <pc:spChg chg="mod">
          <ac:chgData name="Kushagra Singh" userId="d544485b39300f66" providerId="LiveId" clId="{E14CB0D5-A710-4E49-AABE-D5223A212189}" dt="2026-02-14T16:47:27.459" v="1695" actId="2711"/>
          <ac:spMkLst>
            <pc:docMk/>
            <pc:sldMk cId="2154956931" sldId="267"/>
            <ac:spMk id="2" creationId="{ABB19452-3000-DF4A-F633-2C06CB0E4BBE}"/>
          </ac:spMkLst>
        </pc:spChg>
        <pc:spChg chg="mod">
          <ac:chgData name="Kushagra Singh" userId="d544485b39300f66" providerId="LiveId" clId="{E14CB0D5-A710-4E49-AABE-D5223A212189}" dt="2026-02-14T18:58:58.818" v="2253" actId="20577"/>
          <ac:spMkLst>
            <pc:docMk/>
            <pc:sldMk cId="2154956931" sldId="267"/>
            <ac:spMk id="3" creationId="{996084D1-BF8A-599C-4DEE-5FD15C78EC1C}"/>
          </ac:spMkLst>
        </pc:spChg>
      </pc:sldChg>
      <pc:sldChg chg="modSp new mod">
        <pc:chgData name="Kushagra Singh" userId="d544485b39300f66" providerId="LiveId" clId="{E14CB0D5-A710-4E49-AABE-D5223A212189}" dt="2026-02-14T16:44:10.253" v="1678" actId="2711"/>
        <pc:sldMkLst>
          <pc:docMk/>
          <pc:sldMk cId="2067999347" sldId="268"/>
        </pc:sldMkLst>
        <pc:spChg chg="mod">
          <ac:chgData name="Kushagra Singh" userId="d544485b39300f66" providerId="LiveId" clId="{E14CB0D5-A710-4E49-AABE-D5223A212189}" dt="2026-02-14T16:44:10.253" v="1678" actId="2711"/>
          <ac:spMkLst>
            <pc:docMk/>
            <pc:sldMk cId="2067999347" sldId="268"/>
            <ac:spMk id="2" creationId="{51189221-E4FF-DD94-641B-6829CAF6507F}"/>
          </ac:spMkLst>
        </pc:spChg>
        <pc:spChg chg="mod">
          <ac:chgData name="Kushagra Singh" userId="d544485b39300f66" providerId="LiveId" clId="{E14CB0D5-A710-4E49-AABE-D5223A212189}" dt="2026-02-14T16:44:03.752" v="1677" actId="2711"/>
          <ac:spMkLst>
            <pc:docMk/>
            <pc:sldMk cId="2067999347" sldId="268"/>
            <ac:spMk id="3" creationId="{E920326A-7963-5670-D289-C0536ABC6365}"/>
          </ac:spMkLst>
        </pc:spChg>
      </pc:sldChg>
      <pc:sldChg chg="modSp new mod">
        <pc:chgData name="Kushagra Singh" userId="d544485b39300f66" providerId="LiveId" clId="{E14CB0D5-A710-4E49-AABE-D5223A212189}" dt="2026-02-14T18:29:16.998" v="2170" actId="255"/>
        <pc:sldMkLst>
          <pc:docMk/>
          <pc:sldMk cId="3584288316" sldId="269"/>
        </pc:sldMkLst>
        <pc:spChg chg="mod">
          <ac:chgData name="Kushagra Singh" userId="d544485b39300f66" providerId="LiveId" clId="{E14CB0D5-A710-4E49-AABE-D5223A212189}" dt="2026-02-14T16:45:08.407" v="1684" actId="2711"/>
          <ac:spMkLst>
            <pc:docMk/>
            <pc:sldMk cId="3584288316" sldId="269"/>
            <ac:spMk id="2" creationId="{F08A8FFB-AF22-420A-83AF-6D378157C45D}"/>
          </ac:spMkLst>
        </pc:spChg>
        <pc:spChg chg="mod">
          <ac:chgData name="Kushagra Singh" userId="d544485b39300f66" providerId="LiveId" clId="{E14CB0D5-A710-4E49-AABE-D5223A212189}" dt="2026-02-14T18:29:16.998" v="2170" actId="255"/>
          <ac:spMkLst>
            <pc:docMk/>
            <pc:sldMk cId="3584288316" sldId="269"/>
            <ac:spMk id="3" creationId="{07821CB3-9442-FF24-329E-C255298B254E}"/>
          </ac:spMkLst>
        </pc:spChg>
      </pc:sldChg>
      <pc:sldChg chg="modSp new mod">
        <pc:chgData name="Kushagra Singh" userId="d544485b39300f66" providerId="LiveId" clId="{E14CB0D5-A710-4E49-AABE-D5223A212189}" dt="2026-02-14T17:45:27.003" v="2081" actId="20577"/>
        <pc:sldMkLst>
          <pc:docMk/>
          <pc:sldMk cId="2423303002" sldId="270"/>
        </pc:sldMkLst>
        <pc:spChg chg="mod">
          <ac:chgData name="Kushagra Singh" userId="d544485b39300f66" providerId="LiveId" clId="{E14CB0D5-A710-4E49-AABE-D5223A212189}" dt="2026-02-14T16:32:12.411" v="1662" actId="2711"/>
          <ac:spMkLst>
            <pc:docMk/>
            <pc:sldMk cId="2423303002" sldId="270"/>
            <ac:spMk id="2" creationId="{0A65B5CF-D812-3EC4-2A9A-4EBEC2E5AF1E}"/>
          </ac:spMkLst>
        </pc:spChg>
        <pc:spChg chg="mod">
          <ac:chgData name="Kushagra Singh" userId="d544485b39300f66" providerId="LiveId" clId="{E14CB0D5-A710-4E49-AABE-D5223A212189}" dt="2026-02-14T17:45:27.003" v="2081" actId="20577"/>
          <ac:spMkLst>
            <pc:docMk/>
            <pc:sldMk cId="2423303002" sldId="270"/>
            <ac:spMk id="3" creationId="{06AE0D52-6201-0B9A-2501-F32B387E807A}"/>
          </ac:spMkLst>
        </pc:spChg>
      </pc:sldChg>
      <pc:sldChg chg="modSp new mod">
        <pc:chgData name="Kushagra Singh" userId="d544485b39300f66" providerId="LiveId" clId="{E14CB0D5-A710-4E49-AABE-D5223A212189}" dt="2026-02-14T18:13:24.998" v="2154" actId="20577"/>
        <pc:sldMkLst>
          <pc:docMk/>
          <pc:sldMk cId="4202556726" sldId="271"/>
        </pc:sldMkLst>
        <pc:spChg chg="mod">
          <ac:chgData name="Kushagra Singh" userId="d544485b39300f66" providerId="LiveId" clId="{E14CB0D5-A710-4E49-AABE-D5223A212189}" dt="2026-02-14T16:45:48.694" v="1687" actId="2711"/>
          <ac:spMkLst>
            <pc:docMk/>
            <pc:sldMk cId="4202556726" sldId="271"/>
            <ac:spMk id="2" creationId="{5EEA8699-25C3-AFF8-4B8F-8F0C72D22FC5}"/>
          </ac:spMkLst>
        </pc:spChg>
        <pc:spChg chg="mod">
          <ac:chgData name="Kushagra Singh" userId="d544485b39300f66" providerId="LiveId" clId="{E14CB0D5-A710-4E49-AABE-D5223A212189}" dt="2026-02-14T18:13:24.998" v="2154" actId="20577"/>
          <ac:spMkLst>
            <pc:docMk/>
            <pc:sldMk cId="4202556726" sldId="271"/>
            <ac:spMk id="3" creationId="{A5D0A3B7-4B1C-458D-48D7-EDC26C7721EA}"/>
          </ac:spMkLst>
        </pc:spChg>
      </pc:sldChg>
      <pc:sldChg chg="modSp new mod">
        <pc:chgData name="Kushagra Singh" userId="d544485b39300f66" providerId="LiveId" clId="{E14CB0D5-A710-4E49-AABE-D5223A212189}" dt="2026-02-14T17:45:21.002" v="2079" actId="20577"/>
        <pc:sldMkLst>
          <pc:docMk/>
          <pc:sldMk cId="1021870014" sldId="272"/>
        </pc:sldMkLst>
        <pc:spChg chg="mod">
          <ac:chgData name="Kushagra Singh" userId="d544485b39300f66" providerId="LiveId" clId="{E14CB0D5-A710-4E49-AABE-D5223A212189}" dt="2026-02-14T16:32:23.380" v="1663" actId="2711"/>
          <ac:spMkLst>
            <pc:docMk/>
            <pc:sldMk cId="1021870014" sldId="272"/>
            <ac:spMk id="2" creationId="{35DC1AA8-5EE2-2201-1F4D-704DE754BA4A}"/>
          </ac:spMkLst>
        </pc:spChg>
        <pc:spChg chg="mod">
          <ac:chgData name="Kushagra Singh" userId="d544485b39300f66" providerId="LiveId" clId="{E14CB0D5-A710-4E49-AABE-D5223A212189}" dt="2026-02-14T17:45:21.002" v="2079" actId="20577"/>
          <ac:spMkLst>
            <pc:docMk/>
            <pc:sldMk cId="1021870014" sldId="272"/>
            <ac:spMk id="3" creationId="{1CE55C98-7630-9B49-0F1A-2D62BFC5B56F}"/>
          </ac:spMkLst>
        </pc:spChg>
      </pc:sldChg>
      <pc:sldChg chg="addSp delSp modSp new mod">
        <pc:chgData name="Kushagra Singh" userId="d544485b39300f66" providerId="LiveId" clId="{E14CB0D5-A710-4E49-AABE-D5223A212189}" dt="2026-02-14T17:33:07.777" v="2076"/>
        <pc:sldMkLst>
          <pc:docMk/>
          <pc:sldMk cId="639688946" sldId="273"/>
        </pc:sldMkLst>
        <pc:spChg chg="mod">
          <ac:chgData name="Kushagra Singh" userId="d544485b39300f66" providerId="LiveId" clId="{E14CB0D5-A710-4E49-AABE-D5223A212189}" dt="2026-02-14T17:07:01.176" v="1715" actId="20577"/>
          <ac:spMkLst>
            <pc:docMk/>
            <pc:sldMk cId="639688946" sldId="273"/>
            <ac:spMk id="2" creationId="{7D859742-A515-0F41-1E7D-E5B21444CE76}"/>
          </ac:spMkLst>
        </pc:spChg>
        <pc:spChg chg="add del">
          <ac:chgData name="Kushagra Singh" userId="d544485b39300f66" providerId="LiveId" clId="{E14CB0D5-A710-4E49-AABE-D5223A212189}" dt="2026-02-14T17:25:15.967" v="1722" actId="1032"/>
          <ac:spMkLst>
            <pc:docMk/>
            <pc:sldMk cId="639688946" sldId="273"/>
            <ac:spMk id="3" creationId="{0D132CEF-69A3-A43E-04D5-610B82A45B40}"/>
          </ac:spMkLst>
        </pc:spChg>
        <pc:graphicFrameChg chg="add del mod modGraphic">
          <ac:chgData name="Kushagra Singh" userId="d544485b39300f66" providerId="LiveId" clId="{E14CB0D5-A710-4E49-AABE-D5223A212189}" dt="2026-02-14T17:24:45.717" v="1721" actId="1032"/>
          <ac:graphicFrameMkLst>
            <pc:docMk/>
            <pc:sldMk cId="639688946" sldId="273"/>
            <ac:graphicFrameMk id="4" creationId="{6E7ECF3D-B56F-4715-3BA1-E85FF29E254A}"/>
          </ac:graphicFrameMkLst>
        </pc:graphicFrameChg>
        <pc:graphicFrameChg chg="add mod modGraphic">
          <ac:chgData name="Kushagra Singh" userId="d544485b39300f66" providerId="LiveId" clId="{E14CB0D5-A710-4E49-AABE-D5223A212189}" dt="2026-02-14T17:33:07.777" v="2076"/>
          <ac:graphicFrameMkLst>
            <pc:docMk/>
            <pc:sldMk cId="639688946" sldId="273"/>
            <ac:graphicFrameMk id="5" creationId="{3FD7D740-34F7-EB6E-40D2-B5A023493314}"/>
          </ac:graphicFrameMkLst>
        </pc:graphicFrameChg>
      </pc:sldChg>
      <pc:sldChg chg="addSp delSp modSp new mod">
        <pc:chgData name="Kushagra Singh" userId="d544485b39300f66" providerId="LiveId" clId="{E14CB0D5-A710-4E49-AABE-D5223A212189}" dt="2026-02-14T19:36:17.069" v="2361" actId="1076"/>
        <pc:sldMkLst>
          <pc:docMk/>
          <pc:sldMk cId="3310950981" sldId="274"/>
        </pc:sldMkLst>
        <pc:spChg chg="mod">
          <ac:chgData name="Kushagra Singh" userId="d544485b39300f66" providerId="LiveId" clId="{E14CB0D5-A710-4E49-AABE-D5223A212189}" dt="2026-02-14T18:08:12.826" v="2102" actId="20577"/>
          <ac:spMkLst>
            <pc:docMk/>
            <pc:sldMk cId="3310950981" sldId="274"/>
            <ac:spMk id="2" creationId="{554BEDFC-5FF8-C275-F620-CA26584ACC24}"/>
          </ac:spMkLst>
        </pc:spChg>
        <pc:spChg chg="del">
          <ac:chgData name="Kushagra Singh" userId="d544485b39300f66" providerId="LiveId" clId="{E14CB0D5-A710-4E49-AABE-D5223A212189}" dt="2026-02-14T18:08:29.170" v="2103" actId="931"/>
          <ac:spMkLst>
            <pc:docMk/>
            <pc:sldMk cId="3310950981" sldId="274"/>
            <ac:spMk id="3" creationId="{C49BE7F7-4652-4319-FE3D-49BCDB33E411}"/>
          </ac:spMkLst>
        </pc:spChg>
        <pc:picChg chg="add mod">
          <ac:chgData name="Kushagra Singh" userId="d544485b39300f66" providerId="LiveId" clId="{E14CB0D5-A710-4E49-AABE-D5223A212189}" dt="2026-02-14T19:36:17.069" v="2361" actId="1076"/>
          <ac:picMkLst>
            <pc:docMk/>
            <pc:sldMk cId="3310950981" sldId="274"/>
            <ac:picMk id="4" creationId="{3C027FCC-1C07-0DE3-9223-2F9EFC4207BC}"/>
          </ac:picMkLst>
        </pc:picChg>
        <pc:picChg chg="add mod ord">
          <ac:chgData name="Kushagra Singh" userId="d544485b39300f66" providerId="LiveId" clId="{E14CB0D5-A710-4E49-AABE-D5223A212189}" dt="2026-02-14T18:09:03.128" v="2109" actId="14100"/>
          <ac:picMkLst>
            <pc:docMk/>
            <pc:sldMk cId="3310950981" sldId="274"/>
            <ac:picMk id="5" creationId="{FBE11491-3F1B-F7DE-9A79-B795F7355472}"/>
          </ac:picMkLst>
        </pc:picChg>
        <pc:picChg chg="add mod">
          <ac:chgData name="Kushagra Singh" userId="d544485b39300f66" providerId="LiveId" clId="{E14CB0D5-A710-4E49-AABE-D5223A212189}" dt="2026-02-14T18:53:07.524" v="2246" actId="1076"/>
          <ac:picMkLst>
            <pc:docMk/>
            <pc:sldMk cId="3310950981" sldId="274"/>
            <ac:picMk id="7" creationId="{056231BF-C871-7503-F7B8-3C729D0F1F9B}"/>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9F0BAF97-7714-4D06-AAC8-68C0DC8A4889}" type="doc">
      <dgm:prSet loTypeId="urn:microsoft.com/office/officeart/2005/8/layout/bProcess3" loCatId="process" qsTypeId="urn:microsoft.com/office/officeart/2005/8/quickstyle/simple1" qsCatId="simple" csTypeId="urn:microsoft.com/office/officeart/2005/8/colors/accent1_2" csCatId="accent1" phldr="1"/>
      <dgm:spPr/>
      <dgm:t>
        <a:bodyPr/>
        <a:lstStyle/>
        <a:p>
          <a:endParaRPr lang="en-IN"/>
        </a:p>
      </dgm:t>
    </dgm:pt>
    <dgm:pt modelId="{3DDA1875-09B8-4CD5-BBF1-DB78BC23D0FA}">
      <dgm:prSet phldrT="[Text]" phldr="0" custT="1"/>
      <dgm:spPr/>
      <dgm:t>
        <a:bodyPr/>
        <a:lstStyle/>
        <a:p>
          <a:r>
            <a:rPr lang="en-IN" sz="2000" dirty="0">
              <a:latin typeface="Times New Roman" panose="02020603050405020304" pitchFamily="18" charset="0"/>
              <a:cs typeface="Times New Roman" panose="02020603050405020304" pitchFamily="18" charset="0"/>
            </a:rPr>
            <a:t>Data Preprocessing</a:t>
          </a:r>
        </a:p>
        <a:p>
          <a:r>
            <a:rPr lang="en-IN" sz="2000" dirty="0">
              <a:latin typeface="Times New Roman" panose="02020603050405020304" pitchFamily="18" charset="0"/>
              <a:cs typeface="Times New Roman" panose="02020603050405020304" pitchFamily="18" charset="0"/>
            </a:rPr>
            <a:t>(Handling Missing values, label encoding, feature scaling, train test split)</a:t>
          </a:r>
        </a:p>
      </dgm:t>
    </dgm:pt>
    <dgm:pt modelId="{BB7534BF-507A-4DF8-9408-E75FE0342BF2}" type="parTrans" cxnId="{8E3981F2-CC8C-48A5-BEF6-01E832273AA2}">
      <dgm:prSet/>
      <dgm:spPr/>
      <dgm:t>
        <a:bodyPr/>
        <a:lstStyle/>
        <a:p>
          <a:endParaRPr lang="en-IN"/>
        </a:p>
      </dgm:t>
    </dgm:pt>
    <dgm:pt modelId="{7C7B3D75-B794-44C1-8802-F914932D562B}" type="sibTrans" cxnId="{8E3981F2-CC8C-48A5-BEF6-01E832273AA2}">
      <dgm:prSet/>
      <dgm:spPr/>
      <dgm:t>
        <a:bodyPr/>
        <a:lstStyle/>
        <a:p>
          <a:endParaRPr lang="en-IN"/>
        </a:p>
      </dgm:t>
    </dgm:pt>
    <dgm:pt modelId="{92D42C2A-64C2-4835-90BA-3ADEADED413F}">
      <dgm:prSet phldrT="[Text]" phldr="0" custT="1"/>
      <dgm:spPr/>
      <dgm:t>
        <a:bodyPr/>
        <a:lstStyle/>
        <a:p>
          <a:r>
            <a:rPr lang="en-IN" sz="2000" dirty="0">
              <a:latin typeface="Times New Roman" panose="02020603050405020304" pitchFamily="18" charset="0"/>
              <a:cs typeface="Times New Roman" panose="02020603050405020304" pitchFamily="18" charset="0"/>
            </a:rPr>
            <a:t>Model Training (Random Forest, SVM, KNN, Logistic Regression, Decision Trees, Naïve Bayes)</a:t>
          </a:r>
        </a:p>
      </dgm:t>
    </dgm:pt>
    <dgm:pt modelId="{3F193FB6-ABB6-4021-9862-52FF1B6BD79B}" type="parTrans" cxnId="{AA49154D-C5EE-4078-9C11-48611E6B4622}">
      <dgm:prSet/>
      <dgm:spPr/>
      <dgm:t>
        <a:bodyPr/>
        <a:lstStyle/>
        <a:p>
          <a:endParaRPr lang="en-IN"/>
        </a:p>
      </dgm:t>
    </dgm:pt>
    <dgm:pt modelId="{FB4536D7-52A9-49F6-A2FE-AE179F4F8ED5}" type="sibTrans" cxnId="{AA49154D-C5EE-4078-9C11-48611E6B4622}">
      <dgm:prSet/>
      <dgm:spPr/>
      <dgm:t>
        <a:bodyPr/>
        <a:lstStyle/>
        <a:p>
          <a:endParaRPr lang="en-IN"/>
        </a:p>
      </dgm:t>
    </dgm:pt>
    <dgm:pt modelId="{6E068E39-88AB-4EDB-B38B-AF0C662F9474}">
      <dgm:prSet phldrT="[Text]" phldr="0" custT="1"/>
      <dgm:spPr/>
      <dgm:t>
        <a:bodyPr/>
        <a:lstStyle/>
        <a:p>
          <a:r>
            <a:rPr lang="en-IN" sz="3600" dirty="0">
              <a:latin typeface="Times New Roman" panose="02020603050405020304" pitchFamily="18" charset="0"/>
              <a:cs typeface="Times New Roman" panose="02020603050405020304" pitchFamily="18" charset="0"/>
            </a:rPr>
            <a:t>Testing</a:t>
          </a:r>
        </a:p>
      </dgm:t>
    </dgm:pt>
    <dgm:pt modelId="{A366B101-6575-4ABE-8BEC-95EFFC0A6874}" type="parTrans" cxnId="{04928E8E-D653-4AA3-A6E8-79C32BCECA69}">
      <dgm:prSet/>
      <dgm:spPr/>
      <dgm:t>
        <a:bodyPr/>
        <a:lstStyle/>
        <a:p>
          <a:endParaRPr lang="en-IN"/>
        </a:p>
      </dgm:t>
    </dgm:pt>
    <dgm:pt modelId="{B990D7AF-AB50-4D11-96B7-EC47595BBE16}" type="sibTrans" cxnId="{04928E8E-D653-4AA3-A6E8-79C32BCECA69}">
      <dgm:prSet/>
      <dgm:spPr/>
      <dgm:t>
        <a:bodyPr/>
        <a:lstStyle/>
        <a:p>
          <a:endParaRPr lang="en-IN"/>
        </a:p>
      </dgm:t>
    </dgm:pt>
    <dgm:pt modelId="{0C1DAB72-F1FB-4FC0-87DA-79DE953BFFF1}">
      <dgm:prSet phldrT="[Text]" phldr="0" custT="1"/>
      <dgm:spPr/>
      <dgm:t>
        <a:bodyPr/>
        <a:lstStyle/>
        <a:p>
          <a:r>
            <a:rPr lang="en-IN" sz="2000" dirty="0">
              <a:latin typeface="Times New Roman" panose="02020603050405020304" pitchFamily="18" charset="0"/>
              <a:cs typeface="Times New Roman" panose="02020603050405020304" pitchFamily="18" charset="0"/>
            </a:rPr>
            <a:t>Evaluation (Accuracy, Precision, Recall, F1-score, Confusion matrix)</a:t>
          </a:r>
        </a:p>
      </dgm:t>
    </dgm:pt>
    <dgm:pt modelId="{BF00D1D1-D426-4EC2-80B2-68BD0D37EBF6}" type="parTrans" cxnId="{AB8C3F98-9B0E-4C5C-9C58-DAFB678B9EBF}">
      <dgm:prSet/>
      <dgm:spPr/>
      <dgm:t>
        <a:bodyPr/>
        <a:lstStyle/>
        <a:p>
          <a:endParaRPr lang="en-IN"/>
        </a:p>
      </dgm:t>
    </dgm:pt>
    <dgm:pt modelId="{42AFFF6B-6182-454A-AE3D-0B874B7FD3DF}" type="sibTrans" cxnId="{AB8C3F98-9B0E-4C5C-9C58-DAFB678B9EBF}">
      <dgm:prSet/>
      <dgm:spPr/>
      <dgm:t>
        <a:bodyPr/>
        <a:lstStyle/>
        <a:p>
          <a:endParaRPr lang="en-IN"/>
        </a:p>
      </dgm:t>
    </dgm:pt>
    <dgm:pt modelId="{48E46310-E681-41B8-8A5C-EAB771E07F00}">
      <dgm:prSet phldrT="[Text]" phldr="0" custT="1"/>
      <dgm:spPr/>
      <dgm:t>
        <a:bodyPr/>
        <a:lstStyle/>
        <a:p>
          <a:r>
            <a:rPr lang="en-IN" sz="2000" dirty="0">
              <a:latin typeface="Times New Roman" panose="02020603050405020304" pitchFamily="18" charset="0"/>
              <a:cs typeface="Times New Roman" panose="02020603050405020304" pitchFamily="18" charset="0"/>
            </a:rPr>
            <a:t>Choosing the best Algorithm</a:t>
          </a:r>
        </a:p>
      </dgm:t>
    </dgm:pt>
    <dgm:pt modelId="{30D6020B-1C9D-41FC-A937-D4E6CCDB4F11}" type="parTrans" cxnId="{E3043947-0924-49B4-A040-8B942114F1B6}">
      <dgm:prSet/>
      <dgm:spPr/>
      <dgm:t>
        <a:bodyPr/>
        <a:lstStyle/>
        <a:p>
          <a:endParaRPr lang="en-IN"/>
        </a:p>
      </dgm:t>
    </dgm:pt>
    <dgm:pt modelId="{AA7718B6-8435-432C-B63C-12A626CA7EF5}" type="sibTrans" cxnId="{E3043947-0924-49B4-A040-8B942114F1B6}">
      <dgm:prSet/>
      <dgm:spPr/>
      <dgm:t>
        <a:bodyPr/>
        <a:lstStyle/>
        <a:p>
          <a:endParaRPr lang="en-IN"/>
        </a:p>
      </dgm:t>
    </dgm:pt>
    <dgm:pt modelId="{5DF485BC-37AE-451D-9EE4-6B6B66A65C73}" type="pres">
      <dgm:prSet presAssocID="{9F0BAF97-7714-4D06-AAC8-68C0DC8A4889}" presName="Name0" presStyleCnt="0">
        <dgm:presLayoutVars>
          <dgm:dir/>
          <dgm:resizeHandles val="exact"/>
        </dgm:presLayoutVars>
      </dgm:prSet>
      <dgm:spPr/>
    </dgm:pt>
    <dgm:pt modelId="{71FC4061-9879-482F-A9B5-F4DCA3089272}" type="pres">
      <dgm:prSet presAssocID="{3DDA1875-09B8-4CD5-BBF1-DB78BC23D0FA}" presName="node" presStyleLbl="node1" presStyleIdx="0" presStyleCnt="5">
        <dgm:presLayoutVars>
          <dgm:bulletEnabled val="1"/>
        </dgm:presLayoutVars>
      </dgm:prSet>
      <dgm:spPr/>
    </dgm:pt>
    <dgm:pt modelId="{B9D39728-D194-4666-9E5D-7EC3F473FD56}" type="pres">
      <dgm:prSet presAssocID="{7C7B3D75-B794-44C1-8802-F914932D562B}" presName="sibTrans" presStyleLbl="sibTrans1D1" presStyleIdx="0" presStyleCnt="4"/>
      <dgm:spPr/>
    </dgm:pt>
    <dgm:pt modelId="{3EE55BB3-BBAE-4622-9F83-D2CEBB985DDD}" type="pres">
      <dgm:prSet presAssocID="{7C7B3D75-B794-44C1-8802-F914932D562B}" presName="connectorText" presStyleLbl="sibTrans1D1" presStyleIdx="0" presStyleCnt="4"/>
      <dgm:spPr/>
    </dgm:pt>
    <dgm:pt modelId="{E4C1541D-1F1C-4537-A59A-190D99043210}" type="pres">
      <dgm:prSet presAssocID="{92D42C2A-64C2-4835-90BA-3ADEADED413F}" presName="node" presStyleLbl="node1" presStyleIdx="1" presStyleCnt="5">
        <dgm:presLayoutVars>
          <dgm:bulletEnabled val="1"/>
        </dgm:presLayoutVars>
      </dgm:prSet>
      <dgm:spPr/>
    </dgm:pt>
    <dgm:pt modelId="{0BCD9F8A-B579-4521-809B-D07DA7DF6B63}" type="pres">
      <dgm:prSet presAssocID="{FB4536D7-52A9-49F6-A2FE-AE179F4F8ED5}" presName="sibTrans" presStyleLbl="sibTrans1D1" presStyleIdx="1" presStyleCnt="4"/>
      <dgm:spPr/>
    </dgm:pt>
    <dgm:pt modelId="{419BD213-1454-4A5E-A700-0147E83720A8}" type="pres">
      <dgm:prSet presAssocID="{FB4536D7-52A9-49F6-A2FE-AE179F4F8ED5}" presName="connectorText" presStyleLbl="sibTrans1D1" presStyleIdx="1" presStyleCnt="4"/>
      <dgm:spPr/>
    </dgm:pt>
    <dgm:pt modelId="{25955A79-399E-4F92-9491-0C55E5006E2C}" type="pres">
      <dgm:prSet presAssocID="{6E068E39-88AB-4EDB-B38B-AF0C662F9474}" presName="node" presStyleLbl="node1" presStyleIdx="2" presStyleCnt="5" custLinFactNeighborX="266" custLinFactNeighborY="-941">
        <dgm:presLayoutVars>
          <dgm:bulletEnabled val="1"/>
        </dgm:presLayoutVars>
      </dgm:prSet>
      <dgm:spPr/>
    </dgm:pt>
    <dgm:pt modelId="{34846C2B-3CB9-46C9-AB43-8853FA1C0785}" type="pres">
      <dgm:prSet presAssocID="{B990D7AF-AB50-4D11-96B7-EC47595BBE16}" presName="sibTrans" presStyleLbl="sibTrans1D1" presStyleIdx="2" presStyleCnt="4"/>
      <dgm:spPr/>
    </dgm:pt>
    <dgm:pt modelId="{BE333F5B-775D-4A08-8107-C7A0D192A937}" type="pres">
      <dgm:prSet presAssocID="{B990D7AF-AB50-4D11-96B7-EC47595BBE16}" presName="connectorText" presStyleLbl="sibTrans1D1" presStyleIdx="2" presStyleCnt="4"/>
      <dgm:spPr/>
    </dgm:pt>
    <dgm:pt modelId="{2E3BC211-C651-4B52-AF5A-A16A7D4A752C}" type="pres">
      <dgm:prSet presAssocID="{0C1DAB72-F1FB-4FC0-87DA-79DE953BFFF1}" presName="node" presStyleLbl="node1" presStyleIdx="3" presStyleCnt="5">
        <dgm:presLayoutVars>
          <dgm:bulletEnabled val="1"/>
        </dgm:presLayoutVars>
      </dgm:prSet>
      <dgm:spPr/>
    </dgm:pt>
    <dgm:pt modelId="{F4B24C4D-F436-4882-8DFB-682578065723}" type="pres">
      <dgm:prSet presAssocID="{42AFFF6B-6182-454A-AE3D-0B874B7FD3DF}" presName="sibTrans" presStyleLbl="sibTrans1D1" presStyleIdx="3" presStyleCnt="4"/>
      <dgm:spPr/>
    </dgm:pt>
    <dgm:pt modelId="{129CCD87-5D46-45C0-98ED-2D4AE14367A1}" type="pres">
      <dgm:prSet presAssocID="{42AFFF6B-6182-454A-AE3D-0B874B7FD3DF}" presName="connectorText" presStyleLbl="sibTrans1D1" presStyleIdx="3" presStyleCnt="4"/>
      <dgm:spPr/>
    </dgm:pt>
    <dgm:pt modelId="{F56BE9FB-A1C8-4C08-BE20-95B2535453B8}" type="pres">
      <dgm:prSet presAssocID="{48E46310-E681-41B8-8A5C-EAB771E07F00}" presName="node" presStyleLbl="node1" presStyleIdx="4" presStyleCnt="5">
        <dgm:presLayoutVars>
          <dgm:bulletEnabled val="1"/>
        </dgm:presLayoutVars>
      </dgm:prSet>
      <dgm:spPr/>
    </dgm:pt>
  </dgm:ptLst>
  <dgm:cxnLst>
    <dgm:cxn modelId="{944C5F0C-5789-4B59-BAD4-2365F85E0C00}" type="presOf" srcId="{48E46310-E681-41B8-8A5C-EAB771E07F00}" destId="{F56BE9FB-A1C8-4C08-BE20-95B2535453B8}" srcOrd="0" destOrd="0" presId="urn:microsoft.com/office/officeart/2005/8/layout/bProcess3"/>
    <dgm:cxn modelId="{0D071762-D0A8-4436-9151-FA5C5D725400}" type="presOf" srcId="{92D42C2A-64C2-4835-90BA-3ADEADED413F}" destId="{E4C1541D-1F1C-4537-A59A-190D99043210}" srcOrd="0" destOrd="0" presId="urn:microsoft.com/office/officeart/2005/8/layout/bProcess3"/>
    <dgm:cxn modelId="{E3043947-0924-49B4-A040-8B942114F1B6}" srcId="{9F0BAF97-7714-4D06-AAC8-68C0DC8A4889}" destId="{48E46310-E681-41B8-8A5C-EAB771E07F00}" srcOrd="4" destOrd="0" parTransId="{30D6020B-1C9D-41FC-A937-D4E6CCDB4F11}" sibTransId="{AA7718B6-8435-432C-B63C-12A626CA7EF5}"/>
    <dgm:cxn modelId="{AA49154D-C5EE-4078-9C11-48611E6B4622}" srcId="{9F0BAF97-7714-4D06-AAC8-68C0DC8A4889}" destId="{92D42C2A-64C2-4835-90BA-3ADEADED413F}" srcOrd="1" destOrd="0" parTransId="{3F193FB6-ABB6-4021-9862-52FF1B6BD79B}" sibTransId="{FB4536D7-52A9-49F6-A2FE-AE179F4F8ED5}"/>
    <dgm:cxn modelId="{5C90A454-5404-49C2-B2F7-48461AC7DBC8}" type="presOf" srcId="{0C1DAB72-F1FB-4FC0-87DA-79DE953BFFF1}" destId="{2E3BC211-C651-4B52-AF5A-A16A7D4A752C}" srcOrd="0" destOrd="0" presId="urn:microsoft.com/office/officeart/2005/8/layout/bProcess3"/>
    <dgm:cxn modelId="{CA09CB75-2FA5-400E-9358-8A8E605F476F}" type="presOf" srcId="{9F0BAF97-7714-4D06-AAC8-68C0DC8A4889}" destId="{5DF485BC-37AE-451D-9EE4-6B6B66A65C73}" srcOrd="0" destOrd="0" presId="urn:microsoft.com/office/officeart/2005/8/layout/bProcess3"/>
    <dgm:cxn modelId="{68CE0256-55E9-4DF0-B562-886927153811}" type="presOf" srcId="{FB4536D7-52A9-49F6-A2FE-AE179F4F8ED5}" destId="{0BCD9F8A-B579-4521-809B-D07DA7DF6B63}" srcOrd="0" destOrd="0" presId="urn:microsoft.com/office/officeart/2005/8/layout/bProcess3"/>
    <dgm:cxn modelId="{C4FEDD76-263F-45AA-B35D-C746F9F7D28D}" type="presOf" srcId="{7C7B3D75-B794-44C1-8802-F914932D562B}" destId="{B9D39728-D194-4666-9E5D-7EC3F473FD56}" srcOrd="0" destOrd="0" presId="urn:microsoft.com/office/officeart/2005/8/layout/bProcess3"/>
    <dgm:cxn modelId="{3C315B81-EE74-41CB-9378-F7AEEE84F6DC}" type="presOf" srcId="{3DDA1875-09B8-4CD5-BBF1-DB78BC23D0FA}" destId="{71FC4061-9879-482F-A9B5-F4DCA3089272}" srcOrd="0" destOrd="0" presId="urn:microsoft.com/office/officeart/2005/8/layout/bProcess3"/>
    <dgm:cxn modelId="{0395B68A-6CE6-40C0-B525-CED0B42C61BF}" type="presOf" srcId="{B990D7AF-AB50-4D11-96B7-EC47595BBE16}" destId="{BE333F5B-775D-4A08-8107-C7A0D192A937}" srcOrd="1" destOrd="0" presId="urn:microsoft.com/office/officeart/2005/8/layout/bProcess3"/>
    <dgm:cxn modelId="{52E9308C-CCF6-4418-98DD-FA96C574FBC9}" type="presOf" srcId="{6E068E39-88AB-4EDB-B38B-AF0C662F9474}" destId="{25955A79-399E-4F92-9491-0C55E5006E2C}" srcOrd="0" destOrd="0" presId="urn:microsoft.com/office/officeart/2005/8/layout/bProcess3"/>
    <dgm:cxn modelId="{04928E8E-D653-4AA3-A6E8-79C32BCECA69}" srcId="{9F0BAF97-7714-4D06-AAC8-68C0DC8A4889}" destId="{6E068E39-88AB-4EDB-B38B-AF0C662F9474}" srcOrd="2" destOrd="0" parTransId="{A366B101-6575-4ABE-8BEC-95EFFC0A6874}" sibTransId="{B990D7AF-AB50-4D11-96B7-EC47595BBE16}"/>
    <dgm:cxn modelId="{AB8C3F98-9B0E-4C5C-9C58-DAFB678B9EBF}" srcId="{9F0BAF97-7714-4D06-AAC8-68C0DC8A4889}" destId="{0C1DAB72-F1FB-4FC0-87DA-79DE953BFFF1}" srcOrd="3" destOrd="0" parTransId="{BF00D1D1-D426-4EC2-80B2-68BD0D37EBF6}" sibTransId="{42AFFF6B-6182-454A-AE3D-0B874B7FD3DF}"/>
    <dgm:cxn modelId="{B27A9DA1-277C-4EEF-8263-283E3F76D62A}" type="presOf" srcId="{42AFFF6B-6182-454A-AE3D-0B874B7FD3DF}" destId="{129CCD87-5D46-45C0-98ED-2D4AE14367A1}" srcOrd="1" destOrd="0" presId="urn:microsoft.com/office/officeart/2005/8/layout/bProcess3"/>
    <dgm:cxn modelId="{C417DCB5-E4C0-4FFC-A0EF-D4794CE15C75}" type="presOf" srcId="{FB4536D7-52A9-49F6-A2FE-AE179F4F8ED5}" destId="{419BD213-1454-4A5E-A700-0147E83720A8}" srcOrd="1" destOrd="0" presId="urn:microsoft.com/office/officeart/2005/8/layout/bProcess3"/>
    <dgm:cxn modelId="{532B48DF-D788-4BBB-AB30-A866D5990924}" type="presOf" srcId="{B990D7AF-AB50-4D11-96B7-EC47595BBE16}" destId="{34846C2B-3CB9-46C9-AB43-8853FA1C0785}" srcOrd="0" destOrd="0" presId="urn:microsoft.com/office/officeart/2005/8/layout/bProcess3"/>
    <dgm:cxn modelId="{234685E6-6419-4479-B190-8E818DDDB747}" type="presOf" srcId="{42AFFF6B-6182-454A-AE3D-0B874B7FD3DF}" destId="{F4B24C4D-F436-4882-8DFB-682578065723}" srcOrd="0" destOrd="0" presId="urn:microsoft.com/office/officeart/2005/8/layout/bProcess3"/>
    <dgm:cxn modelId="{8D5238ED-0656-4ED6-8009-EE793D8E9E17}" type="presOf" srcId="{7C7B3D75-B794-44C1-8802-F914932D562B}" destId="{3EE55BB3-BBAE-4622-9F83-D2CEBB985DDD}" srcOrd="1" destOrd="0" presId="urn:microsoft.com/office/officeart/2005/8/layout/bProcess3"/>
    <dgm:cxn modelId="{8E3981F2-CC8C-48A5-BEF6-01E832273AA2}" srcId="{9F0BAF97-7714-4D06-AAC8-68C0DC8A4889}" destId="{3DDA1875-09B8-4CD5-BBF1-DB78BC23D0FA}" srcOrd="0" destOrd="0" parTransId="{BB7534BF-507A-4DF8-9408-E75FE0342BF2}" sibTransId="{7C7B3D75-B794-44C1-8802-F914932D562B}"/>
    <dgm:cxn modelId="{90664065-D3F0-4C4A-AD1A-288A70C5FABA}" type="presParOf" srcId="{5DF485BC-37AE-451D-9EE4-6B6B66A65C73}" destId="{71FC4061-9879-482F-A9B5-F4DCA3089272}" srcOrd="0" destOrd="0" presId="urn:microsoft.com/office/officeart/2005/8/layout/bProcess3"/>
    <dgm:cxn modelId="{EE2C5908-84C1-43D5-910C-BA0FE736D60E}" type="presParOf" srcId="{5DF485BC-37AE-451D-9EE4-6B6B66A65C73}" destId="{B9D39728-D194-4666-9E5D-7EC3F473FD56}" srcOrd="1" destOrd="0" presId="urn:microsoft.com/office/officeart/2005/8/layout/bProcess3"/>
    <dgm:cxn modelId="{704C0C51-E9AB-4129-A3DF-37F893D2AE02}" type="presParOf" srcId="{B9D39728-D194-4666-9E5D-7EC3F473FD56}" destId="{3EE55BB3-BBAE-4622-9F83-D2CEBB985DDD}" srcOrd="0" destOrd="0" presId="urn:microsoft.com/office/officeart/2005/8/layout/bProcess3"/>
    <dgm:cxn modelId="{A5D9719B-4CB0-4C76-9B28-43717ACE50C2}" type="presParOf" srcId="{5DF485BC-37AE-451D-9EE4-6B6B66A65C73}" destId="{E4C1541D-1F1C-4537-A59A-190D99043210}" srcOrd="2" destOrd="0" presId="urn:microsoft.com/office/officeart/2005/8/layout/bProcess3"/>
    <dgm:cxn modelId="{41D272B0-E2DA-483A-A71E-E3D60C15B1A9}" type="presParOf" srcId="{5DF485BC-37AE-451D-9EE4-6B6B66A65C73}" destId="{0BCD9F8A-B579-4521-809B-D07DA7DF6B63}" srcOrd="3" destOrd="0" presId="urn:microsoft.com/office/officeart/2005/8/layout/bProcess3"/>
    <dgm:cxn modelId="{D1F00F1D-2A7E-44B8-95FA-745EBF9E3684}" type="presParOf" srcId="{0BCD9F8A-B579-4521-809B-D07DA7DF6B63}" destId="{419BD213-1454-4A5E-A700-0147E83720A8}" srcOrd="0" destOrd="0" presId="urn:microsoft.com/office/officeart/2005/8/layout/bProcess3"/>
    <dgm:cxn modelId="{6F3EB0C5-3925-4990-BC35-D01638889F8F}" type="presParOf" srcId="{5DF485BC-37AE-451D-9EE4-6B6B66A65C73}" destId="{25955A79-399E-4F92-9491-0C55E5006E2C}" srcOrd="4" destOrd="0" presId="urn:microsoft.com/office/officeart/2005/8/layout/bProcess3"/>
    <dgm:cxn modelId="{ADFDF95E-BAC5-41EB-80D7-A11159482819}" type="presParOf" srcId="{5DF485BC-37AE-451D-9EE4-6B6B66A65C73}" destId="{34846C2B-3CB9-46C9-AB43-8853FA1C0785}" srcOrd="5" destOrd="0" presId="urn:microsoft.com/office/officeart/2005/8/layout/bProcess3"/>
    <dgm:cxn modelId="{FB5B7D34-3D67-46D7-AFA2-B2331B0CEBF6}" type="presParOf" srcId="{34846C2B-3CB9-46C9-AB43-8853FA1C0785}" destId="{BE333F5B-775D-4A08-8107-C7A0D192A937}" srcOrd="0" destOrd="0" presId="urn:microsoft.com/office/officeart/2005/8/layout/bProcess3"/>
    <dgm:cxn modelId="{ED854A8A-97E8-457A-AEF7-029BD6B55CC6}" type="presParOf" srcId="{5DF485BC-37AE-451D-9EE4-6B6B66A65C73}" destId="{2E3BC211-C651-4B52-AF5A-A16A7D4A752C}" srcOrd="6" destOrd="0" presId="urn:microsoft.com/office/officeart/2005/8/layout/bProcess3"/>
    <dgm:cxn modelId="{8AE3ADCA-91A5-45AB-8EBA-6D8859AF6C44}" type="presParOf" srcId="{5DF485BC-37AE-451D-9EE4-6B6B66A65C73}" destId="{F4B24C4D-F436-4882-8DFB-682578065723}" srcOrd="7" destOrd="0" presId="urn:microsoft.com/office/officeart/2005/8/layout/bProcess3"/>
    <dgm:cxn modelId="{AF5850EC-6927-49CD-A60B-E99A8EC77E41}" type="presParOf" srcId="{F4B24C4D-F436-4882-8DFB-682578065723}" destId="{129CCD87-5D46-45C0-98ED-2D4AE14367A1}" srcOrd="0" destOrd="0" presId="urn:microsoft.com/office/officeart/2005/8/layout/bProcess3"/>
    <dgm:cxn modelId="{ED906B08-2B3D-491F-A5D6-2E4A80160855}" type="presParOf" srcId="{5DF485BC-37AE-451D-9EE4-6B6B66A65C73}" destId="{F56BE9FB-A1C8-4C08-BE20-95B2535453B8}" srcOrd="8" destOrd="0" presId="urn:microsoft.com/office/officeart/2005/8/layout/bProcess3"/>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9D39728-D194-4666-9E5D-7EC3F473FD56}">
      <dsp:nvSpPr>
        <dsp:cNvPr id="0" name=""/>
        <dsp:cNvSpPr/>
      </dsp:nvSpPr>
      <dsp:spPr>
        <a:xfrm>
          <a:off x="3040792" y="870618"/>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3357014" y="912848"/>
        <a:ext cx="34897" cy="6979"/>
      </dsp:txXfrm>
    </dsp:sp>
    <dsp:sp modelId="{71FC4061-9879-482F-A9B5-F4DCA3089272}">
      <dsp:nvSpPr>
        <dsp:cNvPr id="0" name=""/>
        <dsp:cNvSpPr/>
      </dsp:nvSpPr>
      <dsp:spPr>
        <a:xfrm>
          <a:off x="8061" y="5979"/>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Data Preprocessing</a:t>
          </a:r>
        </a:p>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(Handling Missing values, label encoding, feature scaling, train test split)</a:t>
          </a:r>
        </a:p>
      </dsp:txBody>
      <dsp:txXfrm>
        <a:off x="8061" y="5979"/>
        <a:ext cx="3034531" cy="1820718"/>
      </dsp:txXfrm>
    </dsp:sp>
    <dsp:sp modelId="{0BCD9F8A-B579-4521-809B-D07DA7DF6B63}">
      <dsp:nvSpPr>
        <dsp:cNvPr id="0" name=""/>
        <dsp:cNvSpPr/>
      </dsp:nvSpPr>
      <dsp:spPr>
        <a:xfrm>
          <a:off x="6773265" y="864639"/>
          <a:ext cx="675403" cy="91440"/>
        </a:xfrm>
        <a:custGeom>
          <a:avLst/>
          <a:gdLst/>
          <a:ahLst/>
          <a:cxnLst/>
          <a:rect l="0" t="0" r="0" b="0"/>
          <a:pathLst>
            <a:path>
              <a:moveTo>
                <a:pt x="0" y="51699"/>
              </a:moveTo>
              <a:lnTo>
                <a:pt x="354801" y="51699"/>
              </a:lnTo>
              <a:lnTo>
                <a:pt x="354801" y="45720"/>
              </a:lnTo>
              <a:lnTo>
                <a:pt x="675403"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7093316" y="906869"/>
        <a:ext cx="35301" cy="6979"/>
      </dsp:txXfrm>
    </dsp:sp>
    <dsp:sp modelId="{E4C1541D-1F1C-4537-A59A-190D99043210}">
      <dsp:nvSpPr>
        <dsp:cNvPr id="0" name=""/>
        <dsp:cNvSpPr/>
      </dsp:nvSpPr>
      <dsp:spPr>
        <a:xfrm>
          <a:off x="3740534" y="5979"/>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Model Training (Random Forest, SVM, KNN, Logistic Regression, Decision Trees, Naïve Bayes)</a:t>
          </a:r>
        </a:p>
      </dsp:txBody>
      <dsp:txXfrm>
        <a:off x="3740534" y="5979"/>
        <a:ext cx="3034531" cy="1820718"/>
      </dsp:txXfrm>
    </dsp:sp>
    <dsp:sp modelId="{34846C2B-3CB9-46C9-AB43-8853FA1C0785}">
      <dsp:nvSpPr>
        <dsp:cNvPr id="0" name=""/>
        <dsp:cNvSpPr/>
      </dsp:nvSpPr>
      <dsp:spPr>
        <a:xfrm>
          <a:off x="1525326" y="1818918"/>
          <a:ext cx="7473007" cy="673321"/>
        </a:xfrm>
        <a:custGeom>
          <a:avLst/>
          <a:gdLst/>
          <a:ahLst/>
          <a:cxnLst/>
          <a:rect l="0" t="0" r="0" b="0"/>
          <a:pathLst>
            <a:path>
              <a:moveTo>
                <a:pt x="7473007" y="0"/>
              </a:moveTo>
              <a:lnTo>
                <a:pt x="7473007" y="353760"/>
              </a:lnTo>
              <a:lnTo>
                <a:pt x="0" y="353760"/>
              </a:lnTo>
              <a:lnTo>
                <a:pt x="0" y="673321"/>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5074178" y="2152089"/>
        <a:ext cx="375304" cy="6979"/>
      </dsp:txXfrm>
    </dsp:sp>
    <dsp:sp modelId="{25955A79-399E-4F92-9491-0C55E5006E2C}">
      <dsp:nvSpPr>
        <dsp:cNvPr id="0" name=""/>
        <dsp:cNvSpPr/>
      </dsp:nvSpPr>
      <dsp:spPr>
        <a:xfrm>
          <a:off x="7481068" y="0"/>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6032" tIns="256032" rIns="256032" bIns="256032" numCol="1" spcCol="1270" anchor="ctr" anchorCtr="0">
          <a:noAutofit/>
        </a:bodyPr>
        <a:lstStyle/>
        <a:p>
          <a:pPr marL="0" lvl="0" indent="0" algn="ctr" defTabSz="1600200">
            <a:lnSpc>
              <a:spcPct val="90000"/>
            </a:lnSpc>
            <a:spcBef>
              <a:spcPct val="0"/>
            </a:spcBef>
            <a:spcAft>
              <a:spcPct val="35000"/>
            </a:spcAft>
            <a:buNone/>
          </a:pPr>
          <a:r>
            <a:rPr lang="en-IN" sz="3600" kern="1200" dirty="0">
              <a:latin typeface="Times New Roman" panose="02020603050405020304" pitchFamily="18" charset="0"/>
              <a:cs typeface="Times New Roman" panose="02020603050405020304" pitchFamily="18" charset="0"/>
            </a:rPr>
            <a:t>Testing</a:t>
          </a:r>
        </a:p>
      </dsp:txBody>
      <dsp:txXfrm>
        <a:off x="7481068" y="0"/>
        <a:ext cx="3034531" cy="1820718"/>
      </dsp:txXfrm>
    </dsp:sp>
    <dsp:sp modelId="{F4B24C4D-F436-4882-8DFB-682578065723}">
      <dsp:nvSpPr>
        <dsp:cNvPr id="0" name=""/>
        <dsp:cNvSpPr/>
      </dsp:nvSpPr>
      <dsp:spPr>
        <a:xfrm>
          <a:off x="3040792" y="3389279"/>
          <a:ext cx="667342" cy="91440"/>
        </a:xfrm>
        <a:custGeom>
          <a:avLst/>
          <a:gdLst/>
          <a:ahLst/>
          <a:cxnLst/>
          <a:rect l="0" t="0" r="0" b="0"/>
          <a:pathLst>
            <a:path>
              <a:moveTo>
                <a:pt x="0" y="45720"/>
              </a:moveTo>
              <a:lnTo>
                <a:pt x="667342" y="45720"/>
              </a:lnTo>
            </a:path>
          </a:pathLst>
        </a:custGeom>
        <a:noFill/>
        <a:ln w="12700" cap="flat" cmpd="sng" algn="ctr">
          <a:solidFill>
            <a:schemeClr val="accent1">
              <a:hueOff val="0"/>
              <a:satOff val="0"/>
              <a:lumOff val="0"/>
              <a:alphaOff val="0"/>
            </a:schemeClr>
          </a:solidFill>
          <a:prstDash val="solid"/>
          <a:miter lim="800000"/>
          <a:tailEnd type="arrow"/>
        </a:ln>
        <a:effectLst/>
      </dsp:spPr>
      <dsp:style>
        <a:lnRef idx="1">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en-IN" sz="500" kern="1200"/>
        </a:p>
      </dsp:txBody>
      <dsp:txXfrm>
        <a:off x="3357014" y="3431509"/>
        <a:ext cx="34897" cy="6979"/>
      </dsp:txXfrm>
    </dsp:sp>
    <dsp:sp modelId="{2E3BC211-C651-4B52-AF5A-A16A7D4A752C}">
      <dsp:nvSpPr>
        <dsp:cNvPr id="0" name=""/>
        <dsp:cNvSpPr/>
      </dsp:nvSpPr>
      <dsp:spPr>
        <a:xfrm>
          <a:off x="8061" y="2524640"/>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Evaluation (Accuracy, Precision, Recall, F1-score, Confusion matrix)</a:t>
          </a:r>
        </a:p>
      </dsp:txBody>
      <dsp:txXfrm>
        <a:off x="8061" y="2524640"/>
        <a:ext cx="3034531" cy="1820718"/>
      </dsp:txXfrm>
    </dsp:sp>
    <dsp:sp modelId="{F56BE9FB-A1C8-4C08-BE20-95B2535453B8}">
      <dsp:nvSpPr>
        <dsp:cNvPr id="0" name=""/>
        <dsp:cNvSpPr/>
      </dsp:nvSpPr>
      <dsp:spPr>
        <a:xfrm>
          <a:off x="3740534" y="2524640"/>
          <a:ext cx="3034531" cy="1820718"/>
        </a:xfrm>
        <a:prstGeom prst="rect">
          <a:avLst/>
        </a:prstGeom>
        <a:solidFill>
          <a:schemeClr val="accent1">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240" tIns="142240" rIns="142240" bIns="142240" numCol="1" spcCol="1270" anchor="ctr" anchorCtr="0">
          <a:noAutofit/>
        </a:bodyPr>
        <a:lstStyle/>
        <a:p>
          <a:pPr marL="0" lvl="0" indent="0" algn="ctr" defTabSz="889000">
            <a:lnSpc>
              <a:spcPct val="90000"/>
            </a:lnSpc>
            <a:spcBef>
              <a:spcPct val="0"/>
            </a:spcBef>
            <a:spcAft>
              <a:spcPct val="35000"/>
            </a:spcAft>
            <a:buNone/>
          </a:pPr>
          <a:r>
            <a:rPr lang="en-IN" sz="2000" kern="1200" dirty="0">
              <a:latin typeface="Times New Roman" panose="02020603050405020304" pitchFamily="18" charset="0"/>
              <a:cs typeface="Times New Roman" panose="02020603050405020304" pitchFamily="18" charset="0"/>
            </a:rPr>
            <a:t>Choosing the best Algorithm</a:t>
          </a:r>
        </a:p>
      </dsp:txBody>
      <dsp:txXfrm>
        <a:off x="3740534" y="2524640"/>
        <a:ext cx="3034531" cy="1820718"/>
      </dsp:txXfrm>
    </dsp:sp>
  </dsp:spTree>
</dsp:drawing>
</file>

<file path=ppt/diagrams/layout1.xml><?xml version="1.0" encoding="utf-8"?>
<dgm:layoutDef xmlns:dgm="http://schemas.openxmlformats.org/drawingml/2006/diagram" xmlns:a="http://schemas.openxmlformats.org/drawingml/2006/main" uniqueId="urn:microsoft.com/office/officeart/2005/8/layout/bProcess3">
  <dgm:title val=""/>
  <dgm:desc val=""/>
  <dgm:catLst>
    <dgm:cat type="process" pri="18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7" srcId="0" destId="1" srcOrd="0" destOrd="0"/>
        <dgm:cxn modelId="8" srcId="0" destId="2" srcOrd="1" destOrd="0"/>
        <dgm:cxn modelId="9" srcId="0" destId="3" srcOrd="2" destOrd="0"/>
        <dgm:cxn modelId="10" srcId="0" destId="4" srcOrd="3" destOrd="0"/>
        <dgm:cxn modelId="11" srcId="0" destId="5" srcOrd="4"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resizeHandles val="exact"/>
    </dgm:varLst>
    <dgm:choose name="Name1">
      <dgm:if name="Name2" axis="self" func="var" arg="dir" op="equ" val="norm">
        <dgm:alg type="snake">
          <dgm:param type="grDir" val="tL"/>
          <dgm:param type="flowDir" val="row"/>
          <dgm:param type="contDir" val="sameDir"/>
          <dgm:param type="bkpt" val="endCnv"/>
        </dgm:alg>
      </dgm:if>
      <dgm:else name="Name3">
        <dgm:alg type="snake">
          <dgm:param type="grDir" val="tR"/>
          <dgm:param type="flowDir" val="row"/>
          <dgm:param type="contDir" val="sameDir"/>
          <dgm:param type="bkpt" val="endCnv"/>
        </dgm:alg>
      </dgm:else>
    </dgm:choose>
    <dgm:shape xmlns:r="http://schemas.openxmlformats.org/officeDocument/2006/relationships" r:blip="">
      <dgm:adjLst/>
    </dgm:shape>
    <dgm:presOf/>
    <dgm:constrLst>
      <dgm:constr type="w" for="ch" ptType="node" refType="w"/>
      <dgm:constr type="w" for="ch" forName="sibTrans" refType="w" refFor="ch" refPtType="node" op="equ" fact="0.23"/>
      <dgm:constr type="sp" refType="w" refFor="ch" refForName="sibTrans" op="equ"/>
      <dgm:constr type="userB" for="des" forName="connectorText" refType="sp"/>
      <dgm:constr type="primFontSz" for="ch" ptType="node" op="equ" val="65"/>
      <dgm:constr type="h" for="ch" ptType="sibTrans" op="equ"/>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shape xmlns:r="http://schemas.openxmlformats.org/officeDocument/2006/relationships" type="rect" r:blip="">
          <dgm:adjLst/>
        </dgm:shape>
        <dgm:presOf axis="desOrSelf" ptType="node"/>
        <dgm:constrLst>
          <dgm:constr type="h" refType="w" fact="0.6"/>
        </dgm:constrLst>
        <dgm:ruleLst>
          <dgm:rule type="primFontSz" val="5" fact="NaN" max="NaN"/>
        </dgm:ruleLst>
      </dgm:layoutNode>
      <dgm:forEach name="sibTransForEach" axis="followSib" ptType="sibTrans" cnt="1">
        <dgm:layoutNode name="sibTrans">
          <dgm:choose name="Name4">
            <dgm:if name="Name5" axis="self" func="var" arg="dir" op="equ" val="norm">
              <dgm:alg type="conn">
                <dgm:param type="connRout" val="bend"/>
                <dgm:param type="dim" val="1D"/>
                <dgm:param type="begPts" val="midR bCtr"/>
                <dgm:param type="endPts" val="midL tCtr"/>
              </dgm:alg>
            </dgm:if>
            <dgm:else name="Name6">
              <dgm:alg type="conn">
                <dgm:param type="connRout" val="bend"/>
                <dgm:param type="dim" val="1D"/>
                <dgm:param type="begPts" val="midL bCtr"/>
                <dgm:param type="endPts" val="midR tCtr"/>
              </dgm:alg>
            </dgm:else>
          </dgm:choose>
          <dgm:shape xmlns:r="http://schemas.openxmlformats.org/officeDocument/2006/relationships" type="conn" r:blip="" zOrderOff="-2">
            <dgm:adjLst/>
          </dgm:shape>
          <dgm:presOf axis="self"/>
          <dgm:constrLst>
            <dgm:constr type="begPad" val="-0.05"/>
            <dgm:constr type="endPad" val="0.9"/>
            <dgm:constr type="userA" for="ch" refType="connDist"/>
          </dgm:constrLst>
          <dgm:ruleLst/>
          <dgm:layoutNode name="connectorText">
            <dgm:alg type="tx">
              <dgm:param type="autoTxRot" val="upr"/>
            </dgm:alg>
            <dgm:shape xmlns:r="http://schemas.openxmlformats.org/officeDocument/2006/relationships" type="rect" r:blip="" hideGeom="1">
              <dgm:adjLst/>
            </dgm:shape>
            <dgm:presOf axis="self"/>
            <dgm:constrLst>
              <dgm:constr type="userA"/>
              <dgm:constr type="userB"/>
              <dgm:constr type="w" refType="userA" fact="0.05"/>
              <dgm:constr type="h" refType="userB" fact="0.01"/>
              <dgm:constr type="lMarg" val="1"/>
              <dgm:constr type="rMarg" val="1"/>
              <dgm:constr type="tMarg"/>
              <dgm:constr type="bMarg"/>
            </dgm:constrLst>
            <dgm:ruleLst>
              <dgm:rule type="w" val="NaN" fact="0.6" max="NaN"/>
              <dgm:rule type="h" val="NaN" fact="0.6" max="NaN"/>
              <dgm:rule type="primFontSz" val="5" fact="NaN" max="NaN"/>
            </dgm:ruleLst>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DAAEFB-A47B-4BD5-B1A5-31424B0907FC}" type="datetimeFigureOut">
              <a:rPr lang="en-IN" smtClean="0"/>
              <a:t>15-02-2026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B7F9394-82B7-42AD-BA76-A26D8FF941FF}" type="slidenum">
              <a:rPr lang="en-IN" smtClean="0"/>
              <a:t>‹#›</a:t>
            </a:fld>
            <a:endParaRPr lang="en-IN"/>
          </a:p>
        </p:txBody>
      </p:sp>
    </p:spTree>
    <p:extLst>
      <p:ext uri="{BB962C8B-B14F-4D97-AF65-F5344CB8AC3E}">
        <p14:creationId xmlns:p14="http://schemas.microsoft.com/office/powerpoint/2010/main" val="146858146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IN" dirty="0"/>
          </a:p>
        </p:txBody>
      </p:sp>
      <p:sp>
        <p:nvSpPr>
          <p:cNvPr id="4" name="Slide Number Placeholder 3"/>
          <p:cNvSpPr>
            <a:spLocks noGrp="1"/>
          </p:cNvSpPr>
          <p:nvPr>
            <p:ph type="sldNum" sz="quarter" idx="5"/>
          </p:nvPr>
        </p:nvSpPr>
        <p:spPr/>
        <p:txBody>
          <a:bodyPr/>
          <a:lstStyle/>
          <a:p>
            <a:fld id="{AB7F9394-82B7-42AD-BA76-A26D8FF941FF}" type="slidenum">
              <a:rPr lang="en-IN" smtClean="0"/>
              <a:t>9</a:t>
            </a:fld>
            <a:endParaRPr lang="en-IN"/>
          </a:p>
        </p:txBody>
      </p:sp>
    </p:spTree>
    <p:extLst>
      <p:ext uri="{BB962C8B-B14F-4D97-AF65-F5344CB8AC3E}">
        <p14:creationId xmlns:p14="http://schemas.microsoft.com/office/powerpoint/2010/main" val="190432782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7369E-1D01-4E18-A41B-972E5282A527}"/>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0D7ACB01-ADDD-13C8-7D78-4FD47D1E316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47C7438D-EA18-361E-D59E-1533772630B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250E2FD9-74C2-C9B0-1BDC-57B92DCB664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D9E74D17-63FA-E32E-A58E-46645943559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05008131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CBA9A7-DC78-3CB3-7F00-929E421E9B48}"/>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128F4783-8B8F-B836-F68D-81BDF16A16E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8EFE82BE-60AE-D797-7868-81B8EF463DF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6DD90722-9270-7EDB-981C-B923AA08C777}"/>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99E6731-DBE6-4F74-E2CF-7659DBC87CF8}"/>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270924277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EB8AFF-E64A-AF8D-BBC2-E5AB945B44FF}"/>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E9ACB9A4-3B4F-7FE6-9B28-F5EF72B2577B}"/>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4CA73C0-5E6E-B28A-6C22-06D9AC4726B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4C49FA3B-4073-0F86-8AC8-81E0E4C3EB6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EF5269F-612E-B784-B48A-95AA0791073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26102439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A3D166B-106E-C76B-9CE8-1B9A4AE5C71B}"/>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843AF0E-E8F2-1B19-B65C-0E1CC0813A3A}"/>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E6CFFB13-732B-DEF8-DBEC-5F73E2395FD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8A273C03-C9D7-F051-B57E-8DA06873D419}"/>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6" name="Footer Placeholder 5">
            <a:extLst>
              <a:ext uri="{FF2B5EF4-FFF2-40B4-BE49-F238E27FC236}">
                <a16:creationId xmlns:a16="http://schemas.microsoft.com/office/drawing/2014/main" id="{F25D1B14-3A56-41BB-4E4A-4735998ADAD0}"/>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A4854A9C-028F-0B55-463A-1087581A98A1}"/>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85790328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A166EC-9430-6B3D-E0CE-0A71B38A96B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71E26AD1-F80A-C09B-B640-E65D99E68F0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E0C293B4-0027-A04C-BA3E-441C93A1D848}"/>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AA4E42C3-BCA9-FB95-D8DC-7F3044ADD36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7C8EFB4-7BB2-F8E3-21FC-7E4A10DFDE99}"/>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47B1C773-744A-FCD3-C078-3DC992C321D2}"/>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8" name="Footer Placeholder 7">
            <a:extLst>
              <a:ext uri="{FF2B5EF4-FFF2-40B4-BE49-F238E27FC236}">
                <a16:creationId xmlns:a16="http://schemas.microsoft.com/office/drawing/2014/main" id="{55F26583-570F-F397-D583-9963BD0D0106}"/>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A3F8FC52-BDE3-9E21-7004-9001CC624A20}"/>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487644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1D917DB-BC11-A965-7D47-A83062720EC5}"/>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7F559EBB-66AC-0A22-FB25-AA24D188299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4" name="Footer Placeholder 3">
            <a:extLst>
              <a:ext uri="{FF2B5EF4-FFF2-40B4-BE49-F238E27FC236}">
                <a16:creationId xmlns:a16="http://schemas.microsoft.com/office/drawing/2014/main" id="{EF21C889-A42D-7ECD-6189-48F6199C523F}"/>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33D6C85-1A5C-85A2-D47F-73050C49CBA1}"/>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92073230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E56DA96-DA53-0AED-0F58-E803782E3196}"/>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3" name="Footer Placeholder 2">
            <a:extLst>
              <a:ext uri="{FF2B5EF4-FFF2-40B4-BE49-F238E27FC236}">
                <a16:creationId xmlns:a16="http://schemas.microsoft.com/office/drawing/2014/main" id="{528408AC-42F9-A3E6-20C6-19B6AFB04FFF}"/>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D0579749-EC75-7164-FBE8-61C5FD951927}"/>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30123554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FBE5F6-B24D-5E61-DC38-DA3F87B34EB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18B0E6B7-31E9-4177-5C1F-03A7DBD36CC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B6910E19-657E-B541-E036-959BA41875C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DCA2AEC1-909F-60C3-702B-6244A8A7DA9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6" name="Footer Placeholder 5">
            <a:extLst>
              <a:ext uri="{FF2B5EF4-FFF2-40B4-BE49-F238E27FC236}">
                <a16:creationId xmlns:a16="http://schemas.microsoft.com/office/drawing/2014/main" id="{C9E9E6BA-2E7B-3E57-2F0C-5F2FD17199BC}"/>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9B71D75-64B2-1389-FADB-ED9520B8A94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317443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F1262D-CF25-FD3A-5B0C-AFA7F0A7DB3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29C1E524-18D7-464E-3F34-14CBF4862E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6E712348-99C4-F005-5D92-24A299F9936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DC898F6-D595-1FDE-2158-79E6686C822F}"/>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6" name="Footer Placeholder 5">
            <a:extLst>
              <a:ext uri="{FF2B5EF4-FFF2-40B4-BE49-F238E27FC236}">
                <a16:creationId xmlns:a16="http://schemas.microsoft.com/office/drawing/2014/main" id="{D8E67F9F-625D-1107-9BCE-138B29817E19}"/>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5ADC0215-9ED1-CB53-652D-46D93AD26949}"/>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17003444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EDE86-64B7-9F0A-5001-6F43A0FA6BBA}"/>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237D706-8AAA-2524-04BB-26C4624206EF}"/>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A618E778-061C-459E-CD0C-58DCA0CF7CCD}"/>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78AFE4EF-7849-CFF9-1385-7BDB42DF628C}"/>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36DA96F9-D0E3-05A9-C32F-CCFCFCE6E658}"/>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191194864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34D04E30-06E1-5212-4B6D-25886B9C37F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971C275C-3D2D-2452-9149-89BBE7CA6893}"/>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4C131ED-A5B2-3FF2-8E5C-283664ABEB81}"/>
              </a:ext>
            </a:extLst>
          </p:cNvPr>
          <p:cNvSpPr>
            <a:spLocks noGrp="1"/>
          </p:cNvSpPr>
          <p:nvPr>
            <p:ph type="dt" sz="half" idx="10"/>
          </p:nvPr>
        </p:nvSpPr>
        <p:spPr/>
        <p:txBody>
          <a:body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A61C8846-9586-A23A-3D98-740B85ED2103}"/>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01D27319-B31F-9567-7E64-8BEAB1A3C6BF}"/>
              </a:ext>
            </a:extLst>
          </p:cNvPr>
          <p:cNvSpPr>
            <a:spLocks noGrp="1"/>
          </p:cNvSpPr>
          <p:nvPr>
            <p:ph type="sldNum" sz="quarter" idx="12"/>
          </p:nvPr>
        </p:nvSpPr>
        <p:spPr/>
        <p:txBody>
          <a:bodyPr/>
          <a:lstStyle/>
          <a:p>
            <a:fld id="{EB2EA575-0560-4EBC-AD65-A546BB5C4677}" type="slidenum">
              <a:rPr lang="en-IN" smtClean="0"/>
              <a:t>‹#›</a:t>
            </a:fld>
            <a:endParaRPr lang="en-IN"/>
          </a:p>
        </p:txBody>
      </p:sp>
    </p:spTree>
    <p:extLst>
      <p:ext uri="{BB962C8B-B14F-4D97-AF65-F5344CB8AC3E}">
        <p14:creationId xmlns:p14="http://schemas.microsoft.com/office/powerpoint/2010/main" val="30747698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B279A75-0843-3E26-FA3D-7955B436DA9D}"/>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92FA1EE1-247A-E887-762B-4BC2DBFD357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D43DF53D-E00E-7D7F-402F-506A960A97E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A7FACB4A-C46D-47C8-95BF-463F9F428625}" type="datetimeFigureOut">
              <a:rPr lang="en-IN" smtClean="0"/>
              <a:t>15-02-2026</a:t>
            </a:fld>
            <a:endParaRPr lang="en-IN"/>
          </a:p>
        </p:txBody>
      </p:sp>
      <p:sp>
        <p:nvSpPr>
          <p:cNvPr id="5" name="Footer Placeholder 4">
            <a:extLst>
              <a:ext uri="{FF2B5EF4-FFF2-40B4-BE49-F238E27FC236}">
                <a16:creationId xmlns:a16="http://schemas.microsoft.com/office/drawing/2014/main" id="{EBB7DC96-5252-D529-FF28-16B0D99D0D5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16F4C6E2-66C6-AF10-CC28-03DE3A9BB6B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EB2EA575-0560-4EBC-AD65-A546BB5C4677}" type="slidenum">
              <a:rPr lang="en-IN" smtClean="0"/>
              <a:t>‹#›</a:t>
            </a:fld>
            <a:endParaRPr lang="en-IN"/>
          </a:p>
        </p:txBody>
      </p:sp>
    </p:spTree>
    <p:extLst>
      <p:ext uri="{BB962C8B-B14F-4D97-AF65-F5344CB8AC3E}">
        <p14:creationId xmlns:p14="http://schemas.microsoft.com/office/powerpoint/2010/main" val="417152965"/>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2.xml"/><Relationship Id="rId4" Type="http://schemas.openxmlformats.org/officeDocument/2006/relationships/image" Target="../media/image4.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4FB14B-13FD-63D0-B558-FA2B9FA1B8F9}"/>
              </a:ext>
            </a:extLst>
          </p:cNvPr>
          <p:cNvSpPr>
            <a:spLocks noGrp="1"/>
          </p:cNvSpPr>
          <p:nvPr>
            <p:ph type="ctrTitle"/>
          </p:nvPr>
        </p:nvSpPr>
        <p:spPr>
          <a:xfrm>
            <a:off x="1524000" y="2934586"/>
            <a:ext cx="9144000" cy="978194"/>
          </a:xfrm>
        </p:spPr>
        <p:txBody>
          <a:bodyPr>
            <a:normAutofit fontScale="90000"/>
          </a:bodyPr>
          <a:lstStyle/>
          <a:p>
            <a:r>
              <a:rPr lang="en-US" dirty="0"/>
              <a:t>A</a:t>
            </a:r>
            <a:r>
              <a:rPr lang="en-IN" dirty="0" err="1"/>
              <a:t>nomaly</a:t>
            </a:r>
            <a:r>
              <a:rPr lang="en-IN" dirty="0"/>
              <a:t> Detection in IoT Network using Machine Learning</a:t>
            </a:r>
          </a:p>
        </p:txBody>
      </p:sp>
      <p:sp>
        <p:nvSpPr>
          <p:cNvPr id="3" name="Subtitle 2">
            <a:extLst>
              <a:ext uri="{FF2B5EF4-FFF2-40B4-BE49-F238E27FC236}">
                <a16:creationId xmlns:a16="http://schemas.microsoft.com/office/drawing/2014/main" id="{33DAA6DE-3B6C-1A2F-6135-52EEA7D16507}"/>
              </a:ext>
            </a:extLst>
          </p:cNvPr>
          <p:cNvSpPr>
            <a:spLocks noGrp="1"/>
          </p:cNvSpPr>
          <p:nvPr>
            <p:ph type="subTitle" idx="1"/>
          </p:nvPr>
        </p:nvSpPr>
        <p:spPr>
          <a:xfrm>
            <a:off x="1077411" y="4890977"/>
            <a:ext cx="3239387" cy="1222744"/>
          </a:xfrm>
        </p:spPr>
        <p:txBody>
          <a:bodyPr/>
          <a:lstStyle/>
          <a:p>
            <a:r>
              <a:rPr lang="en-IN" dirty="0"/>
              <a:t>Submitted By:</a:t>
            </a:r>
            <a:br>
              <a:rPr lang="en-IN" dirty="0"/>
            </a:br>
            <a:r>
              <a:rPr lang="en-IN" dirty="0"/>
              <a:t>Kushagra Singh</a:t>
            </a:r>
          </a:p>
          <a:p>
            <a:r>
              <a:rPr lang="en-IN" dirty="0"/>
              <a:t>2427030043</a:t>
            </a:r>
          </a:p>
        </p:txBody>
      </p:sp>
      <p:sp>
        <p:nvSpPr>
          <p:cNvPr id="4" name="Subtitle 2">
            <a:extLst>
              <a:ext uri="{FF2B5EF4-FFF2-40B4-BE49-F238E27FC236}">
                <a16:creationId xmlns:a16="http://schemas.microsoft.com/office/drawing/2014/main" id="{8265C3A1-7DE8-FF2B-D7D7-6CB2859C63C2}"/>
              </a:ext>
            </a:extLst>
          </p:cNvPr>
          <p:cNvSpPr txBox="1">
            <a:spLocks/>
          </p:cNvSpPr>
          <p:nvPr/>
        </p:nvSpPr>
        <p:spPr>
          <a:xfrm>
            <a:off x="7875203" y="4883885"/>
            <a:ext cx="3239386" cy="122274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r>
              <a:rPr lang="en-IN" dirty="0"/>
              <a:t>Supervised By:</a:t>
            </a:r>
            <a:br>
              <a:rPr lang="en-IN" dirty="0"/>
            </a:br>
            <a:r>
              <a:rPr lang="en-IN" dirty="0"/>
              <a:t>Dr. Praneet Saurabh</a:t>
            </a:r>
          </a:p>
          <a:p>
            <a:endParaRPr lang="en-IN" dirty="0"/>
          </a:p>
        </p:txBody>
      </p:sp>
      <p:pic>
        <p:nvPicPr>
          <p:cNvPr id="8" name="Picture 7" descr="A black and white text&#10;&#10;AI-generated content may be incorrect.">
            <a:extLst>
              <a:ext uri="{FF2B5EF4-FFF2-40B4-BE49-F238E27FC236}">
                <a16:creationId xmlns:a16="http://schemas.microsoft.com/office/drawing/2014/main" id="{2AD7126F-2B55-B457-37C9-C05FFDD4D2C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0756" y="36039"/>
            <a:ext cx="4174039" cy="1222745"/>
          </a:xfrm>
          <a:prstGeom prst="rect">
            <a:avLst/>
          </a:prstGeom>
        </p:spPr>
      </p:pic>
      <p:sp>
        <p:nvSpPr>
          <p:cNvPr id="9" name="Title 1">
            <a:extLst>
              <a:ext uri="{FF2B5EF4-FFF2-40B4-BE49-F238E27FC236}">
                <a16:creationId xmlns:a16="http://schemas.microsoft.com/office/drawing/2014/main" id="{B8466A34-BD34-5DB1-EC2B-14EE0BD5593C}"/>
              </a:ext>
            </a:extLst>
          </p:cNvPr>
          <p:cNvSpPr txBox="1">
            <a:spLocks/>
          </p:cNvSpPr>
          <p:nvPr/>
        </p:nvSpPr>
        <p:spPr>
          <a:xfrm>
            <a:off x="1527542" y="1258784"/>
            <a:ext cx="9144000" cy="1112276"/>
          </a:xfrm>
          <a:prstGeom prst="rect">
            <a:avLst/>
          </a:prstGeom>
        </p:spPr>
        <p:txBody>
          <a:bodyPr vert="horz" lIns="91440" tIns="45720" rIns="91440" bIns="45720" rtlCol="0" anchor="b">
            <a:normAutofit fontScale="92500" lnSpcReduction="20000"/>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nSpc>
                <a:spcPct val="150000"/>
              </a:lnSpc>
            </a:pPr>
            <a:r>
              <a:rPr lang="en-IN" sz="2800" b="1" dirty="0"/>
              <a:t>School of Computer Science and Engineering</a:t>
            </a:r>
          </a:p>
          <a:p>
            <a:pPr>
              <a:lnSpc>
                <a:spcPct val="150000"/>
              </a:lnSpc>
            </a:pPr>
            <a:r>
              <a:rPr lang="en-IN" sz="2800" b="1" dirty="0"/>
              <a:t>Department of Computer Science and Engineering</a:t>
            </a:r>
          </a:p>
        </p:txBody>
      </p:sp>
    </p:spTree>
    <p:extLst>
      <p:ext uri="{BB962C8B-B14F-4D97-AF65-F5344CB8AC3E}">
        <p14:creationId xmlns:p14="http://schemas.microsoft.com/office/powerpoint/2010/main" val="38023741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B61AEC-0C6A-CF04-A6F2-DE0426255114}"/>
              </a:ext>
            </a:extLst>
          </p:cNvPr>
          <p:cNvSpPr>
            <a:spLocks noGrp="1"/>
          </p:cNvSpPr>
          <p:nvPr>
            <p:ph type="title"/>
          </p:nvPr>
        </p:nvSpPr>
        <p:spPr/>
        <p:txBody>
          <a:bodyPr/>
          <a:lstStyle/>
          <a:p>
            <a:r>
              <a:rPr lang="en-IN" dirty="0"/>
              <a:t>Outline</a:t>
            </a:r>
          </a:p>
        </p:txBody>
      </p:sp>
      <p:sp>
        <p:nvSpPr>
          <p:cNvPr id="3" name="Content Placeholder 2">
            <a:extLst>
              <a:ext uri="{FF2B5EF4-FFF2-40B4-BE49-F238E27FC236}">
                <a16:creationId xmlns:a16="http://schemas.microsoft.com/office/drawing/2014/main" id="{8E86A8CF-2937-6FE2-6F8A-377D2DF1D643}"/>
              </a:ext>
            </a:extLst>
          </p:cNvPr>
          <p:cNvSpPr>
            <a:spLocks noGrp="1"/>
          </p:cNvSpPr>
          <p:nvPr>
            <p:ph idx="1"/>
          </p:nvPr>
        </p:nvSpPr>
        <p:spPr/>
        <p:txBody>
          <a:bodyPr/>
          <a:lstStyle/>
          <a:p>
            <a:pPr>
              <a:buFont typeface="Wingdings" panose="05000000000000000000" pitchFamily="2" charset="2"/>
              <a:buChar char="v"/>
            </a:pPr>
            <a:r>
              <a:rPr lang="en-IN" dirty="0"/>
              <a:t>Introduction</a:t>
            </a:r>
          </a:p>
          <a:p>
            <a:pPr>
              <a:buFont typeface="Wingdings" panose="05000000000000000000" pitchFamily="2" charset="2"/>
              <a:buChar char="v"/>
            </a:pPr>
            <a:r>
              <a:rPr lang="en-IN" dirty="0"/>
              <a:t>Literature Review</a:t>
            </a:r>
          </a:p>
          <a:p>
            <a:pPr>
              <a:buFont typeface="Wingdings" panose="05000000000000000000" pitchFamily="2" charset="2"/>
              <a:buChar char="v"/>
            </a:pPr>
            <a:r>
              <a:rPr lang="en-IN" dirty="0"/>
              <a:t>Problem Statement</a:t>
            </a:r>
          </a:p>
          <a:p>
            <a:pPr>
              <a:buFont typeface="Wingdings" panose="05000000000000000000" pitchFamily="2" charset="2"/>
              <a:buChar char="v"/>
            </a:pPr>
            <a:r>
              <a:rPr lang="en-IN" dirty="0"/>
              <a:t>Proposed Solution</a:t>
            </a:r>
          </a:p>
          <a:p>
            <a:pPr>
              <a:buFont typeface="Wingdings" panose="05000000000000000000" pitchFamily="2" charset="2"/>
              <a:buChar char="v"/>
            </a:pPr>
            <a:r>
              <a:rPr lang="en-IN" dirty="0"/>
              <a:t>Objectives</a:t>
            </a:r>
          </a:p>
          <a:p>
            <a:pPr>
              <a:buFont typeface="Wingdings" panose="05000000000000000000" pitchFamily="2" charset="2"/>
              <a:buChar char="v"/>
            </a:pPr>
            <a:r>
              <a:rPr lang="en-IN" dirty="0"/>
              <a:t>Results</a:t>
            </a:r>
          </a:p>
          <a:p>
            <a:pPr>
              <a:buFont typeface="Wingdings" panose="05000000000000000000" pitchFamily="2" charset="2"/>
              <a:buChar char="v"/>
            </a:pPr>
            <a:endParaRPr lang="en-IN" dirty="0"/>
          </a:p>
        </p:txBody>
      </p:sp>
    </p:spTree>
    <p:extLst>
      <p:ext uri="{BB962C8B-B14F-4D97-AF65-F5344CB8AC3E}">
        <p14:creationId xmlns:p14="http://schemas.microsoft.com/office/powerpoint/2010/main" val="40472198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25A96B-B72E-0C72-F61B-C99183D10D2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E031CBD1-1236-BD10-F9B4-E2675BA38ED1}"/>
              </a:ext>
            </a:extLst>
          </p:cNvPr>
          <p:cNvSpPr>
            <a:spLocks noGrp="1"/>
          </p:cNvSpPr>
          <p:nvPr>
            <p:ph idx="1"/>
          </p:nvPr>
        </p:nvSpPr>
        <p:spPr/>
        <p:txBody>
          <a:bodyPr/>
          <a:lstStyle/>
          <a:p>
            <a:pPr marL="0" indent="0">
              <a:buNone/>
            </a:pPr>
            <a:r>
              <a:rPr lang="en-US" dirty="0">
                <a:latin typeface="Times New Roman" panose="02020603050405020304" pitchFamily="18" charset="0"/>
                <a:cs typeface="Times New Roman" panose="02020603050405020304" pitchFamily="18" charset="0"/>
              </a:rPr>
              <a:t>The rapid growth of Internet of Things (IoT) devices has significantly increased network traffic and expanded exposure to cyber threats. Due to limited security and computational capabilities, IoT devices are highly vulnerable to attacks. Therefore, detecting anomalous behavior in IoT network traffic has become essential to ensure network security and reliability.</a:t>
            </a:r>
            <a:endParaRPr lang="en-IN"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8789765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189221-E4FF-DD94-641B-6829CAF6507F}"/>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Introduction</a:t>
            </a:r>
          </a:p>
        </p:txBody>
      </p:sp>
      <p:sp>
        <p:nvSpPr>
          <p:cNvPr id="3" name="Content Placeholder 2">
            <a:extLst>
              <a:ext uri="{FF2B5EF4-FFF2-40B4-BE49-F238E27FC236}">
                <a16:creationId xmlns:a16="http://schemas.microsoft.com/office/drawing/2014/main" id="{E920326A-7963-5670-D289-C0536ABC6365}"/>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Why Machine Learning?</a:t>
            </a:r>
          </a:p>
          <a:p>
            <a:r>
              <a:rPr lang="en-US" dirty="0">
                <a:latin typeface="Times New Roman" panose="02020603050405020304" pitchFamily="18" charset="0"/>
                <a:cs typeface="Times New Roman" panose="02020603050405020304" pitchFamily="18" charset="0"/>
              </a:rPr>
              <a:t>Traditional signature-based systems fail for new attacks</a:t>
            </a:r>
          </a:p>
          <a:p>
            <a:r>
              <a:rPr lang="en-US" dirty="0">
                <a:latin typeface="Times New Roman" panose="02020603050405020304" pitchFamily="18" charset="0"/>
                <a:cs typeface="Times New Roman" panose="02020603050405020304" pitchFamily="18" charset="0"/>
              </a:rPr>
              <a:t>IoT traffic is high-dimensional and dynamic</a:t>
            </a:r>
          </a:p>
          <a:p>
            <a:r>
              <a:rPr lang="en-US" dirty="0">
                <a:latin typeface="Times New Roman" panose="02020603050405020304" pitchFamily="18" charset="0"/>
                <a:cs typeface="Times New Roman" panose="02020603050405020304" pitchFamily="18" charset="0"/>
              </a:rPr>
              <a:t>ML can learn complex patterns</a:t>
            </a:r>
          </a:p>
          <a:p>
            <a:r>
              <a:rPr lang="en-US" dirty="0">
                <a:latin typeface="Times New Roman" panose="02020603050405020304" pitchFamily="18" charset="0"/>
                <a:cs typeface="Times New Roman" panose="02020603050405020304" pitchFamily="18" charset="0"/>
              </a:rPr>
              <a:t>Enables real-time anomaly detection</a:t>
            </a:r>
          </a:p>
          <a:p>
            <a:endParaRPr lang="en-IN" dirty="0"/>
          </a:p>
        </p:txBody>
      </p:sp>
    </p:spTree>
    <p:extLst>
      <p:ext uri="{BB962C8B-B14F-4D97-AF65-F5344CB8AC3E}">
        <p14:creationId xmlns:p14="http://schemas.microsoft.com/office/powerpoint/2010/main" val="206799934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85647D-9B85-4135-FDC8-4412998CA20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Literature Review</a:t>
            </a:r>
          </a:p>
        </p:txBody>
      </p:sp>
      <p:sp>
        <p:nvSpPr>
          <p:cNvPr id="3" name="Content Placeholder 2">
            <a:extLst>
              <a:ext uri="{FF2B5EF4-FFF2-40B4-BE49-F238E27FC236}">
                <a16:creationId xmlns:a16="http://schemas.microsoft.com/office/drawing/2014/main" id="{7485F665-7E3B-0A75-0EE5-8FA0D35D261D}"/>
              </a:ext>
            </a:extLst>
          </p:cNvPr>
          <p:cNvSpPr>
            <a:spLocks noGrp="1"/>
          </p:cNvSpPr>
          <p:nvPr>
            <p:ph idx="1"/>
          </p:nvPr>
        </p:nvSpPr>
        <p:spPr/>
        <p:txBody>
          <a:bodyPr>
            <a:normAutofit/>
          </a:bodyPr>
          <a:lstStyle/>
          <a:p>
            <a:pPr marL="0" indent="0">
              <a:buNone/>
            </a:pPr>
            <a:r>
              <a:rPr lang="en-US" sz="3600" b="1" dirty="0">
                <a:latin typeface="Times New Roman" panose="02020603050405020304" pitchFamily="18" charset="0"/>
                <a:cs typeface="Times New Roman" panose="02020603050405020304" pitchFamily="18" charset="0"/>
              </a:rPr>
              <a:t>Traditional Approaches</a:t>
            </a:r>
          </a:p>
          <a:p>
            <a:pPr marL="0" indent="0">
              <a:buNone/>
            </a:pPr>
            <a:r>
              <a:rPr lang="en-US" dirty="0">
                <a:latin typeface="Times New Roman" panose="02020603050405020304" pitchFamily="18" charset="0"/>
                <a:cs typeface="Times New Roman" panose="02020603050405020304" pitchFamily="18" charset="0"/>
              </a:rPr>
              <a:t>Early research in IoT anomaly detection primarily relied on signature-based and rule-based intrusion detection systems. These methods detect malicious activity by matching network traffic against predefined attack patterns. While effective for identifying known threats, they are unable to detect zero-day attacks and require frequent updates. Statistical techniques such as threshold-based detection and deviation analysis were also used, but they struggle to handle the dynamic and high-dimensional nature of IoT network traffic.</a:t>
            </a:r>
          </a:p>
          <a:p>
            <a:pPr marL="0" indent="0">
              <a:buNone/>
            </a:pPr>
            <a:endParaRPr lang="en-US"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10308161"/>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8A8FFB-AF22-420A-83AF-6D378157C45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Literature Review</a:t>
            </a:r>
          </a:p>
        </p:txBody>
      </p:sp>
      <p:sp>
        <p:nvSpPr>
          <p:cNvPr id="3" name="Content Placeholder 2">
            <a:extLst>
              <a:ext uri="{FF2B5EF4-FFF2-40B4-BE49-F238E27FC236}">
                <a16:creationId xmlns:a16="http://schemas.microsoft.com/office/drawing/2014/main" id="{07821CB3-9442-FF24-329E-C255298B254E}"/>
              </a:ext>
            </a:extLst>
          </p:cNvPr>
          <p:cNvSpPr>
            <a:spLocks noGrp="1"/>
          </p:cNvSpPr>
          <p:nvPr>
            <p:ph idx="1"/>
          </p:nvPr>
        </p:nvSpPr>
        <p:spPr/>
        <p:txBody>
          <a:bodyPr>
            <a:normAutofit lnSpcReduction="10000"/>
          </a:bodyPr>
          <a:lstStyle/>
          <a:p>
            <a:pPr marL="0" indent="0">
              <a:buNone/>
            </a:pPr>
            <a:r>
              <a:rPr lang="en-US" sz="3200" b="1" dirty="0">
                <a:latin typeface="Times New Roman" panose="02020603050405020304" pitchFamily="18" charset="0"/>
                <a:cs typeface="Times New Roman" panose="02020603050405020304" pitchFamily="18" charset="0"/>
              </a:rPr>
              <a:t>Machine Learning Approaches</a:t>
            </a:r>
          </a:p>
          <a:p>
            <a:pPr marL="0" indent="0">
              <a:buNone/>
            </a:pPr>
            <a:r>
              <a:rPr lang="en-US" dirty="0">
                <a:latin typeface="Times New Roman" panose="02020603050405020304" pitchFamily="18" charset="0"/>
                <a:cs typeface="Times New Roman" panose="02020603050405020304" pitchFamily="18" charset="0"/>
              </a:rPr>
              <a:t>To overcome the limitations of traditional methods, machine learning techniques have been widely adopted for IoT anomaly detection. Algorithms such as Random Forest, Support Vector Machine (SVM), K-Nearest Neighbors (KNN), Logistic Regression, and Decision Trees can learn complex traffic patterns and classify abnormal behavior more effectively. Studies indicate that ensemble methods, particularly Random Forest, often achieve higher accuracy due to their robustness and ability to manage large feature sets. However, comparative evaluation of multiple models on real-time IoT datasets remains essential to identify the most suitable approach.</a:t>
            </a:r>
          </a:p>
          <a:p>
            <a:pPr marL="0" indent="0">
              <a:buNone/>
            </a:pPr>
            <a:endParaRPr lang="en-IN" dirty="0"/>
          </a:p>
        </p:txBody>
      </p:sp>
    </p:spTree>
    <p:extLst>
      <p:ext uri="{BB962C8B-B14F-4D97-AF65-F5344CB8AC3E}">
        <p14:creationId xmlns:p14="http://schemas.microsoft.com/office/powerpoint/2010/main" val="358428831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EA1533-4BE1-DF5E-D485-BD167C2BD85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Problem Statement</a:t>
            </a:r>
          </a:p>
        </p:txBody>
      </p:sp>
      <p:sp>
        <p:nvSpPr>
          <p:cNvPr id="3" name="Content Placeholder 2">
            <a:extLst>
              <a:ext uri="{FF2B5EF4-FFF2-40B4-BE49-F238E27FC236}">
                <a16:creationId xmlns:a16="http://schemas.microsoft.com/office/drawing/2014/main" id="{CB024CC5-00AF-876C-F7CA-146754384CB0}"/>
              </a:ext>
            </a:extLst>
          </p:cNvPr>
          <p:cNvSpPr>
            <a:spLocks noGrp="1"/>
          </p:cNvSpPr>
          <p:nvPr>
            <p:ph idx="1"/>
          </p:nvPr>
        </p:nvSpPr>
        <p:spPr/>
        <p:txBody>
          <a:bodyPr/>
          <a:lstStyle/>
          <a:p>
            <a:pPr marL="0" indent="0" algn="ctr">
              <a:buNone/>
            </a:pPr>
            <a:endParaRPr lang="en-US" dirty="0"/>
          </a:p>
          <a:p>
            <a:pPr marL="0" indent="0" algn="ctr">
              <a:buNone/>
            </a:pPr>
            <a:endParaRPr lang="en-US" dirty="0"/>
          </a:p>
          <a:p>
            <a:pPr marL="0" indent="0" algn="ctr">
              <a:buNone/>
            </a:pPr>
            <a:r>
              <a:rPr lang="en-US" dirty="0">
                <a:latin typeface="Times New Roman" panose="02020603050405020304" pitchFamily="18" charset="0"/>
                <a:cs typeface="Times New Roman" panose="02020603050405020304" pitchFamily="18" charset="0"/>
              </a:rPr>
              <a:t>“Which machine learning classifier provides the best detection performance for real-time anomaly detection in IoT network?”</a:t>
            </a:r>
          </a:p>
          <a:p>
            <a:pPr marL="0" indent="0" algn="ctr">
              <a:buNone/>
            </a:pPr>
            <a:endParaRPr lang="en-US" dirty="0"/>
          </a:p>
        </p:txBody>
      </p:sp>
    </p:spTree>
    <p:extLst>
      <p:ext uri="{BB962C8B-B14F-4D97-AF65-F5344CB8AC3E}">
        <p14:creationId xmlns:p14="http://schemas.microsoft.com/office/powerpoint/2010/main" val="237470780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C66CBD-FC59-BE59-2070-B5315E2C8921}"/>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Objectives</a:t>
            </a:r>
          </a:p>
        </p:txBody>
      </p:sp>
      <p:sp>
        <p:nvSpPr>
          <p:cNvPr id="3" name="Content Placeholder 2">
            <a:extLst>
              <a:ext uri="{FF2B5EF4-FFF2-40B4-BE49-F238E27FC236}">
                <a16:creationId xmlns:a16="http://schemas.microsoft.com/office/drawing/2014/main" id="{CE3E25AA-71BA-D0F6-3993-32491BD06DD7}"/>
              </a:ext>
            </a:extLst>
          </p:cNvPr>
          <p:cNvSpPr>
            <a:spLocks noGrp="1"/>
          </p:cNvSpPr>
          <p:nvPr>
            <p:ph idx="1"/>
          </p:nvPr>
        </p:nvSpPr>
        <p:spPr/>
        <p:txBody>
          <a:bodyPr/>
          <a:lstStyle/>
          <a:p>
            <a:r>
              <a:rPr lang="en-US" dirty="0">
                <a:latin typeface="Times New Roman" panose="02020603050405020304" pitchFamily="18" charset="0"/>
                <a:cs typeface="Times New Roman" panose="02020603050405020304" pitchFamily="18" charset="0"/>
              </a:rPr>
              <a:t>To preprocess and analyze RT_IoT2022 dataset</a:t>
            </a:r>
          </a:p>
          <a:p>
            <a:r>
              <a:rPr lang="en-US" dirty="0">
                <a:latin typeface="Times New Roman" panose="02020603050405020304" pitchFamily="18" charset="0"/>
                <a:cs typeface="Times New Roman" panose="02020603050405020304" pitchFamily="18" charset="0"/>
              </a:rPr>
              <a:t>To implement multiple ML algorithms</a:t>
            </a:r>
          </a:p>
          <a:p>
            <a:r>
              <a:rPr lang="en-US" dirty="0">
                <a:latin typeface="Times New Roman" panose="02020603050405020304" pitchFamily="18" charset="0"/>
                <a:cs typeface="Times New Roman" panose="02020603050405020304" pitchFamily="18" charset="0"/>
              </a:rPr>
              <a:t>To compare performance using accuracy, precision, recall, and F1-score</a:t>
            </a:r>
          </a:p>
          <a:p>
            <a:r>
              <a:rPr lang="en-US" dirty="0">
                <a:latin typeface="Times New Roman" panose="02020603050405020304" pitchFamily="18" charset="0"/>
                <a:cs typeface="Times New Roman" panose="02020603050405020304" pitchFamily="18" charset="0"/>
              </a:rPr>
              <a:t>To identify the best-performing anomaly detection model</a:t>
            </a:r>
          </a:p>
          <a:p>
            <a:pPr marL="0" indent="0">
              <a:buNone/>
            </a:pPr>
            <a:endParaRPr lang="en-IN" dirty="0"/>
          </a:p>
        </p:txBody>
      </p:sp>
    </p:spTree>
    <p:extLst>
      <p:ext uri="{BB962C8B-B14F-4D97-AF65-F5344CB8AC3E}">
        <p14:creationId xmlns:p14="http://schemas.microsoft.com/office/powerpoint/2010/main" val="354709781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859742-A515-0F41-1E7D-E5B21444CE7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 (Flowchart)</a:t>
            </a:r>
            <a:endParaRPr lang="en-IN" dirty="0"/>
          </a:p>
        </p:txBody>
      </p:sp>
      <p:graphicFrame>
        <p:nvGraphicFramePr>
          <p:cNvPr id="5" name="Content Placeholder 4">
            <a:extLst>
              <a:ext uri="{FF2B5EF4-FFF2-40B4-BE49-F238E27FC236}">
                <a16:creationId xmlns:a16="http://schemas.microsoft.com/office/drawing/2014/main" id="{3FD7D740-34F7-EB6E-40D2-B5A023493314}"/>
              </a:ext>
            </a:extLst>
          </p:cNvPr>
          <p:cNvGraphicFramePr>
            <a:graphicFrameLocks noGrp="1"/>
          </p:cNvGraphicFramePr>
          <p:nvPr>
            <p:ph idx="1"/>
            <p:extLst>
              <p:ext uri="{D42A27DB-BD31-4B8C-83A1-F6EECF244321}">
                <p14:modId xmlns:p14="http://schemas.microsoft.com/office/powerpoint/2010/main" val="2243880355"/>
              </p:ext>
            </p:extLst>
          </p:nvPr>
        </p:nvGraphicFramePr>
        <p:xfrm>
          <a:off x="838200" y="1825625"/>
          <a:ext cx="1051560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3968894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AC2C796-D371-7EE6-056A-4956DC25840D}"/>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F7E7EF98-E6AD-70D5-2BE9-3A859F15DFF4}"/>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1. Data </a:t>
            </a:r>
          </a:p>
          <a:p>
            <a:r>
              <a:rPr lang="en-US" dirty="0">
                <a:latin typeface="Times New Roman" panose="02020603050405020304" pitchFamily="18" charset="0"/>
                <a:cs typeface="Times New Roman" panose="02020603050405020304" pitchFamily="18" charset="0"/>
              </a:rPr>
              <a:t>RT_IoT2022 Dataset</a:t>
            </a:r>
          </a:p>
          <a:p>
            <a:r>
              <a:rPr lang="en-US" dirty="0">
                <a:latin typeface="Times New Roman" panose="02020603050405020304" pitchFamily="18" charset="0"/>
                <a:cs typeface="Times New Roman" panose="02020603050405020304" pitchFamily="18" charset="0"/>
              </a:rPr>
              <a:t>123,117 network traffic records</a:t>
            </a:r>
          </a:p>
          <a:p>
            <a:r>
              <a:rPr lang="en-US" dirty="0">
                <a:latin typeface="Times New Roman" panose="02020603050405020304" pitchFamily="18" charset="0"/>
                <a:cs typeface="Times New Roman" panose="02020603050405020304" pitchFamily="18" charset="0"/>
              </a:rPr>
              <a:t>85 features</a:t>
            </a:r>
          </a:p>
          <a:p>
            <a:r>
              <a:rPr lang="en-US" dirty="0">
                <a:latin typeface="Times New Roman" panose="02020603050405020304" pitchFamily="18" charset="0"/>
                <a:cs typeface="Times New Roman" panose="02020603050405020304" pitchFamily="18" charset="0"/>
              </a:rPr>
              <a:t>Multi-class attack categories</a:t>
            </a:r>
          </a:p>
          <a:p>
            <a:pPr marL="0" indent="0">
              <a:buNone/>
            </a:pPr>
            <a:endParaRPr lang="en-IN" dirty="0"/>
          </a:p>
        </p:txBody>
      </p:sp>
    </p:spTree>
    <p:extLst>
      <p:ext uri="{BB962C8B-B14F-4D97-AF65-F5344CB8AC3E}">
        <p14:creationId xmlns:p14="http://schemas.microsoft.com/office/powerpoint/2010/main" val="10777248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DC1AA8-5EE2-2201-1F4D-704DE754BA4A}"/>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1CE55C98-7630-9B49-0F1A-2D62BFC5B56F}"/>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2. Data Preprocessing</a:t>
            </a:r>
          </a:p>
          <a:p>
            <a:r>
              <a:rPr lang="en-US" dirty="0">
                <a:latin typeface="Times New Roman" panose="02020603050405020304" pitchFamily="18" charset="0"/>
                <a:cs typeface="Times New Roman" panose="02020603050405020304" pitchFamily="18" charset="0"/>
              </a:rPr>
              <a:t>Removal of missing values</a:t>
            </a:r>
          </a:p>
          <a:p>
            <a:r>
              <a:rPr lang="en-US" dirty="0">
                <a:latin typeface="Times New Roman" panose="02020603050405020304" pitchFamily="18" charset="0"/>
                <a:cs typeface="Times New Roman" panose="02020603050405020304" pitchFamily="18" charset="0"/>
              </a:rPr>
              <a:t>Label encoding of categorical features</a:t>
            </a:r>
          </a:p>
          <a:p>
            <a:r>
              <a:rPr lang="en-US" dirty="0">
                <a:latin typeface="Times New Roman" panose="02020603050405020304" pitchFamily="18" charset="0"/>
                <a:cs typeface="Times New Roman" panose="02020603050405020304" pitchFamily="18" charset="0"/>
              </a:rPr>
              <a:t>Feature scaling using </a:t>
            </a:r>
            <a:r>
              <a:rPr lang="en-US" dirty="0" err="1">
                <a:latin typeface="Times New Roman" panose="02020603050405020304" pitchFamily="18" charset="0"/>
                <a:cs typeface="Times New Roman" panose="02020603050405020304" pitchFamily="18" charset="0"/>
              </a:rPr>
              <a:t>StandardScaler</a:t>
            </a:r>
            <a:endParaRPr lang="en-US" dirty="0">
              <a:latin typeface="Times New Roman" panose="02020603050405020304" pitchFamily="18" charset="0"/>
              <a:cs typeface="Times New Roman" panose="02020603050405020304" pitchFamily="18" charset="0"/>
            </a:endParaRPr>
          </a:p>
          <a:p>
            <a:r>
              <a:rPr lang="en-US" dirty="0">
                <a:latin typeface="Times New Roman" panose="02020603050405020304" pitchFamily="18" charset="0"/>
                <a:cs typeface="Times New Roman" panose="02020603050405020304" pitchFamily="18" charset="0"/>
              </a:rPr>
              <a:t>Train-test split (70%-30%)</a:t>
            </a:r>
          </a:p>
          <a:p>
            <a:pPr marL="0" indent="0">
              <a:buNone/>
            </a:pPr>
            <a:endParaRPr lang="en-IN" dirty="0"/>
          </a:p>
        </p:txBody>
      </p:sp>
    </p:spTree>
    <p:extLst>
      <p:ext uri="{BB962C8B-B14F-4D97-AF65-F5344CB8AC3E}">
        <p14:creationId xmlns:p14="http://schemas.microsoft.com/office/powerpoint/2010/main" val="10218700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65B5CF-D812-3EC4-2A9A-4EBEC2E5AF1E}"/>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06AE0D52-6201-0B9A-2501-F32B387E807A}"/>
              </a:ext>
            </a:extLst>
          </p:cNvPr>
          <p:cNvSpPr>
            <a:spLocks noGrp="1"/>
          </p:cNvSpPr>
          <p:nvPr>
            <p:ph idx="1"/>
          </p:nvPr>
        </p:nvSpPr>
        <p:spPr/>
        <p:txBody>
          <a:bodyPr/>
          <a:lstStyle/>
          <a:p>
            <a:pPr marL="0" indent="0">
              <a:buNone/>
            </a:pPr>
            <a:r>
              <a:rPr lang="en-US" b="1" dirty="0">
                <a:latin typeface="Times New Roman" panose="02020603050405020304" pitchFamily="18" charset="0"/>
                <a:cs typeface="Times New Roman" panose="02020603050405020304" pitchFamily="18" charset="0"/>
              </a:rPr>
              <a:t>3. Machine Learning Models Used (for Training and Testing)</a:t>
            </a:r>
          </a:p>
          <a:p>
            <a:r>
              <a:rPr lang="en-US" dirty="0">
                <a:latin typeface="Times New Roman" panose="02020603050405020304" pitchFamily="18" charset="0"/>
                <a:cs typeface="Times New Roman" panose="02020603050405020304" pitchFamily="18" charset="0"/>
              </a:rPr>
              <a:t>Random Forest</a:t>
            </a:r>
          </a:p>
          <a:p>
            <a:r>
              <a:rPr lang="en-US" dirty="0">
                <a:latin typeface="Times New Roman" panose="02020603050405020304" pitchFamily="18" charset="0"/>
                <a:cs typeface="Times New Roman" panose="02020603050405020304" pitchFamily="18" charset="0"/>
              </a:rPr>
              <a:t>Support Vector Machine</a:t>
            </a:r>
          </a:p>
          <a:p>
            <a:r>
              <a:rPr lang="en-US" dirty="0">
                <a:latin typeface="Times New Roman" panose="02020603050405020304" pitchFamily="18" charset="0"/>
                <a:cs typeface="Times New Roman" panose="02020603050405020304" pitchFamily="18" charset="0"/>
              </a:rPr>
              <a:t>K-Nearest Neighbors</a:t>
            </a:r>
          </a:p>
          <a:p>
            <a:r>
              <a:rPr lang="en-US" dirty="0">
                <a:latin typeface="Times New Roman" panose="02020603050405020304" pitchFamily="18" charset="0"/>
                <a:cs typeface="Times New Roman" panose="02020603050405020304" pitchFamily="18" charset="0"/>
              </a:rPr>
              <a:t>Logistic Regression</a:t>
            </a:r>
          </a:p>
          <a:p>
            <a:r>
              <a:rPr lang="en-US" dirty="0">
                <a:latin typeface="Times New Roman" panose="02020603050405020304" pitchFamily="18" charset="0"/>
                <a:cs typeface="Times New Roman" panose="02020603050405020304" pitchFamily="18" charset="0"/>
              </a:rPr>
              <a:t>Decision Tree</a:t>
            </a:r>
          </a:p>
          <a:p>
            <a:r>
              <a:rPr lang="en-US" dirty="0">
                <a:latin typeface="Times New Roman" panose="02020603050405020304" pitchFamily="18" charset="0"/>
                <a:cs typeface="Times New Roman" panose="02020603050405020304" pitchFamily="18" charset="0"/>
              </a:rPr>
              <a:t>Naive Bayes</a:t>
            </a:r>
          </a:p>
          <a:p>
            <a:pPr marL="0" indent="0">
              <a:buNone/>
            </a:pPr>
            <a:endParaRPr lang="en-IN" dirty="0"/>
          </a:p>
        </p:txBody>
      </p:sp>
    </p:spTree>
    <p:extLst>
      <p:ext uri="{BB962C8B-B14F-4D97-AF65-F5344CB8AC3E}">
        <p14:creationId xmlns:p14="http://schemas.microsoft.com/office/powerpoint/2010/main" val="242330300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EA8699-25C3-AFF8-4B8F-8F0C72D22FC5}"/>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Proposed Methodology</a:t>
            </a:r>
          </a:p>
        </p:txBody>
      </p:sp>
      <p:sp>
        <p:nvSpPr>
          <p:cNvPr id="3" name="Content Placeholder 2">
            <a:extLst>
              <a:ext uri="{FF2B5EF4-FFF2-40B4-BE49-F238E27FC236}">
                <a16:creationId xmlns:a16="http://schemas.microsoft.com/office/drawing/2014/main" id="{A5D0A3B7-4B1C-458D-48D7-EDC26C7721EA}"/>
              </a:ext>
            </a:extLst>
          </p:cNvPr>
          <p:cNvSpPr>
            <a:spLocks noGrp="1"/>
          </p:cNvSpPr>
          <p:nvPr>
            <p:ph idx="1"/>
          </p:nvPr>
        </p:nvSpPr>
        <p:spPr/>
        <p:txBody>
          <a:bodyPr/>
          <a:lstStyle/>
          <a:p>
            <a:pPr marL="0" indent="0">
              <a:buNone/>
            </a:pPr>
            <a:r>
              <a:rPr lang="en-IN" b="1" dirty="0">
                <a:latin typeface="Times New Roman" panose="02020603050405020304" pitchFamily="18" charset="0"/>
                <a:cs typeface="Times New Roman" panose="02020603050405020304" pitchFamily="18" charset="0"/>
              </a:rPr>
              <a:t>4. Evaluation Metrics</a:t>
            </a:r>
          </a:p>
          <a:p>
            <a:r>
              <a:rPr lang="en-IN" dirty="0">
                <a:latin typeface="Times New Roman" panose="02020603050405020304" pitchFamily="18" charset="0"/>
                <a:cs typeface="Times New Roman" panose="02020603050405020304" pitchFamily="18" charset="0"/>
              </a:rPr>
              <a:t>Accuracy</a:t>
            </a:r>
          </a:p>
          <a:p>
            <a:r>
              <a:rPr lang="en-IN" dirty="0">
                <a:latin typeface="Times New Roman" panose="02020603050405020304" pitchFamily="18" charset="0"/>
                <a:cs typeface="Times New Roman" panose="02020603050405020304" pitchFamily="18" charset="0"/>
              </a:rPr>
              <a:t>Precision</a:t>
            </a:r>
          </a:p>
          <a:p>
            <a:r>
              <a:rPr lang="en-IN" dirty="0">
                <a:latin typeface="Times New Roman" panose="02020603050405020304" pitchFamily="18" charset="0"/>
                <a:cs typeface="Times New Roman" panose="02020603050405020304" pitchFamily="18" charset="0"/>
              </a:rPr>
              <a:t>Recall</a:t>
            </a:r>
          </a:p>
          <a:p>
            <a:r>
              <a:rPr lang="en-IN" dirty="0">
                <a:latin typeface="Times New Roman" panose="02020603050405020304" pitchFamily="18" charset="0"/>
                <a:cs typeface="Times New Roman" panose="02020603050405020304" pitchFamily="18" charset="0"/>
              </a:rPr>
              <a:t>F1-Score (2*[precision*recall]/[precision + recall])</a:t>
            </a:r>
          </a:p>
          <a:p>
            <a:r>
              <a:rPr lang="en-IN" dirty="0">
                <a:latin typeface="Times New Roman" panose="02020603050405020304" pitchFamily="18" charset="0"/>
                <a:cs typeface="Times New Roman" panose="02020603050405020304" pitchFamily="18" charset="0"/>
              </a:rPr>
              <a:t>Confusion Matrix</a:t>
            </a:r>
          </a:p>
          <a:p>
            <a:endParaRPr lang="en-IN" dirty="0"/>
          </a:p>
        </p:txBody>
      </p:sp>
    </p:spTree>
    <p:extLst>
      <p:ext uri="{BB962C8B-B14F-4D97-AF65-F5344CB8AC3E}">
        <p14:creationId xmlns:p14="http://schemas.microsoft.com/office/powerpoint/2010/main" val="420255672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7C9FAE-C685-2942-D3D4-216A6AC18B6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94B33A6-B209-82E0-3AC4-ED0F2117C15F}"/>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Result </a:t>
            </a:r>
          </a:p>
        </p:txBody>
      </p:sp>
      <p:pic>
        <p:nvPicPr>
          <p:cNvPr id="5" name="Content Placeholder 4">
            <a:extLst>
              <a:ext uri="{FF2B5EF4-FFF2-40B4-BE49-F238E27FC236}">
                <a16:creationId xmlns:a16="http://schemas.microsoft.com/office/drawing/2014/main" id="{40798494-FD85-F359-75EB-D7F79A9FB845}"/>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184005" y="1602602"/>
            <a:ext cx="5484856" cy="4129126"/>
          </a:xfrm>
          <a:prstGeom prst="rect">
            <a:avLst/>
          </a:prstGeom>
        </p:spPr>
      </p:pic>
      <p:pic>
        <p:nvPicPr>
          <p:cNvPr id="7" name="Picture 6">
            <a:extLst>
              <a:ext uri="{FF2B5EF4-FFF2-40B4-BE49-F238E27FC236}">
                <a16:creationId xmlns:a16="http://schemas.microsoft.com/office/drawing/2014/main" id="{B9DB7BB6-87DA-231C-9DE3-DF8F54E76E00}"/>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5781843" y="0"/>
            <a:ext cx="5571957" cy="3557239"/>
          </a:xfrm>
          <a:prstGeom prst="rect">
            <a:avLst/>
          </a:prstGeom>
        </p:spPr>
      </p:pic>
      <p:pic>
        <p:nvPicPr>
          <p:cNvPr id="4" name="Picture 3">
            <a:extLst>
              <a:ext uri="{FF2B5EF4-FFF2-40B4-BE49-F238E27FC236}">
                <a16:creationId xmlns:a16="http://schemas.microsoft.com/office/drawing/2014/main" id="{58552263-B93E-6686-AF1F-94FF4ADD2CC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289288" y="3429000"/>
            <a:ext cx="5263375" cy="3311102"/>
          </a:xfrm>
          <a:prstGeom prst="rect">
            <a:avLst/>
          </a:prstGeom>
        </p:spPr>
      </p:pic>
    </p:spTree>
    <p:extLst>
      <p:ext uri="{BB962C8B-B14F-4D97-AF65-F5344CB8AC3E}">
        <p14:creationId xmlns:p14="http://schemas.microsoft.com/office/powerpoint/2010/main" val="364567118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4BEDFC-5FF8-C275-F620-CA26584ACC24}"/>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Result</a:t>
            </a:r>
          </a:p>
        </p:txBody>
      </p:sp>
      <p:pic>
        <p:nvPicPr>
          <p:cNvPr id="5" name="Content Placeholder 4">
            <a:extLst>
              <a:ext uri="{FF2B5EF4-FFF2-40B4-BE49-F238E27FC236}">
                <a16:creationId xmlns:a16="http://schemas.microsoft.com/office/drawing/2014/main" id="{FBE11491-3F1B-F7DE-9A79-B795F7355472}"/>
              </a:ext>
            </a:extLst>
          </p:cNvPr>
          <p:cNvPicPr>
            <a:picLocks noGrp="1" noChangeAspect="1"/>
          </p:cNvPicPr>
          <p:nvPr>
            <p:ph idx="1"/>
          </p:nvPr>
        </p:nvPicPr>
        <p:blipFill>
          <a:blip r:embed="rId2">
            <a:extLst>
              <a:ext uri="{28A0092B-C50C-407E-A947-70E740481C1C}">
                <a14:useLocalDpi xmlns:a14="http://schemas.microsoft.com/office/drawing/2010/main" val="0"/>
              </a:ext>
            </a:extLst>
          </a:blip>
          <a:stretch>
            <a:fillRect/>
          </a:stretch>
        </p:blipFill>
        <p:spPr>
          <a:xfrm>
            <a:off x="712921" y="1602601"/>
            <a:ext cx="5141469" cy="4351338"/>
          </a:xfrm>
          <a:prstGeom prst="rect">
            <a:avLst/>
          </a:prstGeom>
        </p:spPr>
      </p:pic>
      <p:pic>
        <p:nvPicPr>
          <p:cNvPr id="7" name="Picture 6">
            <a:extLst>
              <a:ext uri="{FF2B5EF4-FFF2-40B4-BE49-F238E27FC236}">
                <a16:creationId xmlns:a16="http://schemas.microsoft.com/office/drawing/2014/main" id="{056231BF-C871-7503-F7B8-3C729D0F1F9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96000" y="554027"/>
            <a:ext cx="5723980" cy="2097147"/>
          </a:xfrm>
          <a:prstGeom prst="rect">
            <a:avLst/>
          </a:prstGeom>
        </p:spPr>
      </p:pic>
      <p:pic>
        <p:nvPicPr>
          <p:cNvPr id="4" name="Picture 3">
            <a:extLst>
              <a:ext uri="{FF2B5EF4-FFF2-40B4-BE49-F238E27FC236}">
                <a16:creationId xmlns:a16="http://schemas.microsoft.com/office/drawing/2014/main" id="{3C027FCC-1C07-0DE3-9223-2F9EFC4207BC}"/>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7059289" y="4447343"/>
            <a:ext cx="3515216" cy="1390844"/>
          </a:xfrm>
          <a:prstGeom prst="rect">
            <a:avLst/>
          </a:prstGeom>
        </p:spPr>
      </p:pic>
    </p:spTree>
    <p:extLst>
      <p:ext uri="{BB962C8B-B14F-4D97-AF65-F5344CB8AC3E}">
        <p14:creationId xmlns:p14="http://schemas.microsoft.com/office/powerpoint/2010/main" val="331095098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B19452-3000-DF4A-F633-2C06CB0E4BBE}"/>
              </a:ext>
            </a:extLst>
          </p:cNvPr>
          <p:cNvSpPr>
            <a:spLocks noGrp="1"/>
          </p:cNvSpPr>
          <p:nvPr>
            <p:ph type="title"/>
          </p:nvPr>
        </p:nvSpPr>
        <p:spPr/>
        <p:txBody>
          <a:bodyPr/>
          <a:lstStyle/>
          <a:p>
            <a:r>
              <a:rPr lang="en-US" dirty="0">
                <a:latin typeface="Times New Roman" panose="02020603050405020304" pitchFamily="18" charset="0"/>
                <a:cs typeface="Times New Roman" panose="02020603050405020304" pitchFamily="18" charset="0"/>
              </a:rPr>
              <a:t>Outcome </a:t>
            </a:r>
          </a:p>
        </p:txBody>
      </p:sp>
      <p:sp>
        <p:nvSpPr>
          <p:cNvPr id="3" name="Content Placeholder 2">
            <a:extLst>
              <a:ext uri="{FF2B5EF4-FFF2-40B4-BE49-F238E27FC236}">
                <a16:creationId xmlns:a16="http://schemas.microsoft.com/office/drawing/2014/main" id="{996084D1-BF8A-599C-4DEE-5FD15C78EC1C}"/>
              </a:ext>
            </a:extLst>
          </p:cNvPr>
          <p:cNvSpPr>
            <a:spLocks noGrp="1"/>
          </p:cNvSpPr>
          <p:nvPr>
            <p:ph idx="1"/>
          </p:nvPr>
        </p:nvSpPr>
        <p:spPr/>
        <p:txBody>
          <a:bodyPr/>
          <a:lstStyle/>
          <a:p>
            <a:pPr marL="0" indent="0">
              <a:buNone/>
            </a:pPr>
            <a:r>
              <a:rPr lang="en-US" sz="1600" dirty="0"/>
              <a:t> </a:t>
            </a:r>
            <a:r>
              <a:rPr lang="en-US" sz="3600" b="1" dirty="0">
                <a:latin typeface="Times New Roman" panose="02020603050405020304" pitchFamily="18" charset="0"/>
                <a:cs typeface="Times New Roman" panose="02020603050405020304" pitchFamily="18" charset="0"/>
              </a:rPr>
              <a:t>Current Semester Achievements</a:t>
            </a:r>
          </a:p>
          <a:p>
            <a:r>
              <a:rPr lang="en-US" dirty="0">
                <a:latin typeface="Times New Roman" panose="02020603050405020304" pitchFamily="18" charset="0"/>
                <a:cs typeface="Times New Roman" panose="02020603050405020304" pitchFamily="18" charset="0"/>
              </a:rPr>
              <a:t> Comparative analysis of ML models completed</a:t>
            </a:r>
          </a:p>
          <a:p>
            <a:r>
              <a:rPr lang="en-US" dirty="0">
                <a:latin typeface="Times New Roman" panose="02020603050405020304" pitchFamily="18" charset="0"/>
                <a:cs typeface="Times New Roman" panose="02020603050405020304" pitchFamily="18" charset="0"/>
              </a:rPr>
              <a:t> Performance evaluation completed</a:t>
            </a:r>
          </a:p>
          <a:p>
            <a:r>
              <a:rPr lang="en-US" dirty="0">
                <a:latin typeface="Times New Roman" panose="02020603050405020304" pitchFamily="18" charset="0"/>
                <a:cs typeface="Times New Roman" panose="02020603050405020304" pitchFamily="18" charset="0"/>
              </a:rPr>
              <a:t> Best model identified (Random Forest)</a:t>
            </a:r>
          </a:p>
          <a:p>
            <a:r>
              <a:rPr lang="en-US" dirty="0">
                <a:latin typeface="Times New Roman" panose="02020603050405020304" pitchFamily="18" charset="0"/>
                <a:cs typeface="Times New Roman" panose="02020603050405020304" pitchFamily="18" charset="0"/>
              </a:rPr>
              <a:t> Graphical analysis generated</a:t>
            </a:r>
          </a:p>
          <a:p>
            <a:pPr marL="0" indent="0">
              <a:buNone/>
            </a:pPr>
            <a:r>
              <a:rPr lang="en-US" sz="3600" b="1" dirty="0">
                <a:latin typeface="Times New Roman" panose="02020603050405020304" pitchFamily="18" charset="0"/>
                <a:cs typeface="Times New Roman" panose="02020603050405020304" pitchFamily="18" charset="0"/>
              </a:rPr>
              <a:t>Next Semester Goals</a:t>
            </a:r>
          </a:p>
          <a:p>
            <a:r>
              <a:rPr lang="en-US" dirty="0">
                <a:latin typeface="Times New Roman" panose="02020603050405020304" pitchFamily="18" charset="0"/>
                <a:cs typeface="Times New Roman" panose="02020603050405020304" pitchFamily="18" charset="0"/>
              </a:rPr>
              <a:t>Research paper drafting</a:t>
            </a:r>
          </a:p>
          <a:p>
            <a:pPr marL="0" indent="0">
              <a:buNone/>
            </a:pPr>
            <a:endParaRPr lang="en-US" dirty="0">
              <a:latin typeface="Times New Roman" panose="02020603050405020304" pitchFamily="18" charset="0"/>
              <a:cs typeface="Times New Roman" panose="02020603050405020304" pitchFamily="18" charset="0"/>
            </a:endParaRPr>
          </a:p>
          <a:p>
            <a:pPr marL="0" indent="0">
              <a:buNone/>
            </a:pPr>
            <a:endParaRPr lang="en-US" dirty="0"/>
          </a:p>
        </p:txBody>
      </p:sp>
    </p:spTree>
    <p:extLst>
      <p:ext uri="{BB962C8B-B14F-4D97-AF65-F5344CB8AC3E}">
        <p14:creationId xmlns:p14="http://schemas.microsoft.com/office/powerpoint/2010/main" val="21549569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6C5325-4A51-AE05-7BE6-440D74D0BCB6}"/>
              </a:ext>
            </a:extLst>
          </p:cNvPr>
          <p:cNvSpPr>
            <a:spLocks noGrp="1"/>
          </p:cNvSpPr>
          <p:nvPr>
            <p:ph type="title"/>
          </p:nvPr>
        </p:nvSpPr>
        <p:spPr/>
        <p:txBody>
          <a:bodyPr/>
          <a:lstStyle/>
          <a:p>
            <a:r>
              <a:rPr lang="en-IN" dirty="0">
                <a:latin typeface="Times New Roman" panose="02020603050405020304" pitchFamily="18" charset="0"/>
                <a:cs typeface="Times New Roman" panose="02020603050405020304" pitchFamily="18" charset="0"/>
              </a:rPr>
              <a:t>References</a:t>
            </a:r>
          </a:p>
        </p:txBody>
      </p:sp>
      <p:sp>
        <p:nvSpPr>
          <p:cNvPr id="4" name="Rectangle 1">
            <a:extLst>
              <a:ext uri="{FF2B5EF4-FFF2-40B4-BE49-F238E27FC236}">
                <a16:creationId xmlns:a16="http://schemas.microsoft.com/office/drawing/2014/main" id="{6AF71E8F-D5DC-9E47-8444-497758920085}"/>
              </a:ext>
            </a:extLst>
          </p:cNvPr>
          <p:cNvSpPr>
            <a:spLocks noGrp="1" noChangeArrowheads="1"/>
          </p:cNvSpPr>
          <p:nvPr>
            <p:ph idx="1"/>
          </p:nvPr>
        </p:nvSpPr>
        <p:spPr bwMode="auto">
          <a:xfrm>
            <a:off x="838200" y="2529106"/>
            <a:ext cx="415498" cy="89255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indent="0" eaLnBrk="0" fontAlgn="base" hangingPunct="0">
              <a:lnSpc>
                <a:spcPct val="100000"/>
              </a:lnSpc>
              <a:spcBef>
                <a:spcPct val="0"/>
              </a:spcBef>
              <a:spcAft>
                <a:spcPct val="0"/>
              </a:spcAft>
              <a:buNone/>
            </a:pPr>
            <a:endParaRPr kumimoji="0" lang="en-US" altLang="en-US" sz="2400"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a:p>
            <a:pPr eaLnBrk="0" fontAlgn="base" hangingPunct="0">
              <a:lnSpc>
                <a:spcPct val="100000"/>
              </a:lnSpc>
              <a:spcBef>
                <a:spcPct val="0"/>
              </a:spcBef>
              <a:spcAft>
                <a:spcPct val="0"/>
              </a:spcAft>
            </a:pPr>
            <a:endParaRPr kumimoji="0" lang="en-US" altLang="en-US" b="0" i="0" u="none" strike="noStrike" cap="none" normalizeH="0" baseline="0" dirty="0">
              <a:ln>
                <a:noFill/>
              </a:ln>
              <a:solidFill>
                <a:schemeClr val="tx1"/>
              </a:solidFill>
              <a:effectLst/>
              <a:latin typeface="Times New Roman" panose="02020603050405020304" pitchFamily="18" charset="0"/>
              <a:cs typeface="Times New Roman" panose="02020603050405020304" pitchFamily="18" charset="0"/>
            </a:endParaRPr>
          </a:p>
        </p:txBody>
      </p:sp>
      <p:sp>
        <p:nvSpPr>
          <p:cNvPr id="6" name="Rectangle 3">
            <a:extLst>
              <a:ext uri="{FF2B5EF4-FFF2-40B4-BE49-F238E27FC236}">
                <a16:creationId xmlns:a16="http://schemas.microsoft.com/office/drawing/2014/main" id="{DB26C364-5761-D3A8-8C71-F41766E2B8D4}"/>
              </a:ext>
            </a:extLst>
          </p:cNvPr>
          <p:cNvSpPr>
            <a:spLocks noChangeArrowheads="1"/>
          </p:cNvSpPr>
          <p:nvPr/>
        </p:nvSpPr>
        <p:spPr bwMode="auto">
          <a:xfrm>
            <a:off x="446049" y="2559884"/>
            <a:ext cx="13376291" cy="258532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Moustafa, N., &amp; Slay, J. (2022). </a:t>
            </a:r>
            <a:r>
              <a:rPr lang="en-US" altLang="en-US" sz="2400" i="1" dirty="0">
                <a:latin typeface="Times New Roman" panose="02020603050405020304" pitchFamily="18" charset="0"/>
                <a:cs typeface="Times New Roman" panose="02020603050405020304" pitchFamily="18" charset="0"/>
              </a:rPr>
              <a:t>RT_IoT2022: A Real-Time IoT Network Intrusion </a:t>
            </a:r>
          </a:p>
          <a:p>
            <a:pPr lvl="0" eaLnBrk="0" fontAlgn="base" hangingPunct="0">
              <a:spcBef>
                <a:spcPct val="0"/>
              </a:spcBef>
              <a:spcAft>
                <a:spcPct val="0"/>
              </a:spcAft>
            </a:pPr>
            <a:r>
              <a:rPr lang="en-US" altLang="en-US" sz="2400" i="1" dirty="0">
                <a:latin typeface="Times New Roman" panose="02020603050405020304" pitchFamily="18" charset="0"/>
                <a:cs typeface="Times New Roman" panose="02020603050405020304" pitchFamily="18" charset="0"/>
              </a:rPr>
              <a:t>     Detection Dataset.</a:t>
            </a:r>
            <a:endParaRPr lang="en-US" altLang="en-US" sz="2400" dirty="0">
              <a:latin typeface="Times New Roman" panose="02020603050405020304" pitchFamily="18" charset="0"/>
              <a:cs typeface="Times New Roman" panose="02020603050405020304" pitchFamily="18" charset="0"/>
            </a:endParaRPr>
          </a:p>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Ahmed, M., Mahmood, A. N., &amp; Hu, J. (2016). “A Survey of Network Anomaly Detection Techniques.” </a:t>
            </a:r>
          </a:p>
          <a:p>
            <a:pPr lvl="0" eaLnBrk="0" fontAlgn="base" hangingPunct="0">
              <a:spcBef>
                <a:spcPct val="0"/>
              </a:spcBef>
              <a:spcAft>
                <a:spcPct val="0"/>
              </a:spcAft>
            </a:pPr>
            <a:r>
              <a:rPr lang="en-US" altLang="en-US" sz="2400" dirty="0">
                <a:latin typeface="Times New Roman" panose="02020603050405020304" pitchFamily="18" charset="0"/>
                <a:cs typeface="Times New Roman" panose="02020603050405020304" pitchFamily="18" charset="0"/>
              </a:rPr>
              <a:t>     </a:t>
            </a:r>
            <a:r>
              <a:rPr lang="en-US" altLang="en-US" sz="2400" i="1" dirty="0">
                <a:latin typeface="Times New Roman" panose="02020603050405020304" pitchFamily="18" charset="0"/>
                <a:cs typeface="Times New Roman" panose="02020603050405020304" pitchFamily="18" charset="0"/>
              </a:rPr>
              <a:t>Journal of Network and Computer Applications.</a:t>
            </a:r>
            <a:endParaRPr lang="en-US" altLang="en-US" sz="2400" dirty="0">
              <a:latin typeface="Times New Roman" panose="02020603050405020304" pitchFamily="18" charset="0"/>
              <a:cs typeface="Times New Roman" panose="02020603050405020304" pitchFamily="18" charset="0"/>
            </a:endParaRPr>
          </a:p>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Scikit-learn Documentation.</a:t>
            </a:r>
          </a:p>
          <a:p>
            <a:pPr marL="285750" lvl="0" indent="-285750" eaLnBrk="0" fontAlgn="base" hangingPunct="0">
              <a:spcBef>
                <a:spcPct val="0"/>
              </a:spcBef>
              <a:spcAft>
                <a:spcPct val="0"/>
              </a:spcAft>
              <a:buFont typeface="Arial" panose="020B0604020202020204" pitchFamily="34" charset="0"/>
              <a:buChar char="•"/>
            </a:pPr>
            <a:r>
              <a:rPr lang="en-US" altLang="en-US" sz="2400" dirty="0">
                <a:latin typeface="Times New Roman" panose="02020603050405020304" pitchFamily="18" charset="0"/>
                <a:cs typeface="Times New Roman" panose="02020603050405020304" pitchFamily="18" charset="0"/>
              </a:rPr>
              <a:t>IEEE Xplore Digital Library – Research articles on IoT intrusion detection systems.</a:t>
            </a:r>
          </a:p>
          <a:p>
            <a:pPr marL="0" marR="0" lvl="0" indent="0" algn="l" defTabSz="914400" rtl="0" eaLnBrk="0" fontAlgn="base" latinLnBrk="0" hangingPunct="0">
              <a:lnSpc>
                <a:spcPct val="100000"/>
              </a:lnSpc>
              <a:spcBef>
                <a:spcPct val="0"/>
              </a:spcBef>
              <a:spcAft>
                <a:spcPct val="0"/>
              </a:spcAft>
              <a:buClrTx/>
              <a:buSzTx/>
              <a:buFontTx/>
              <a:buChar char="•"/>
              <a:tabLst/>
            </a:pPr>
            <a:endParaRPr kumimoji="0" lang="en-US" altLang="en-US" sz="1800" b="0" i="0" u="none" strike="noStrike" cap="none" normalizeH="0" baseline="0" dirty="0">
              <a:ln>
                <a:noFill/>
              </a:ln>
              <a:solidFill>
                <a:schemeClr val="tx1"/>
              </a:solidFill>
              <a:effectLst/>
              <a:latin typeface="Arial" panose="020B0604020202020204" pitchFamily="34" charset="0"/>
            </a:endParaRPr>
          </a:p>
        </p:txBody>
      </p:sp>
    </p:spTree>
    <p:extLst>
      <p:ext uri="{BB962C8B-B14F-4D97-AF65-F5344CB8AC3E}">
        <p14:creationId xmlns:p14="http://schemas.microsoft.com/office/powerpoint/2010/main" val="272491750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C7208BD6-2A31-5677-2B53-FD39A887D102}"/>
              </a:ext>
            </a:extLst>
          </p:cNvPr>
          <p:cNvSpPr>
            <a:spLocks noGrp="1"/>
          </p:cNvSpPr>
          <p:nvPr>
            <p:ph type="title"/>
          </p:nvPr>
        </p:nvSpPr>
        <p:spPr>
          <a:xfrm>
            <a:off x="838200" y="2618467"/>
            <a:ext cx="5257800" cy="1325563"/>
          </a:xfrm>
        </p:spPr>
        <p:txBody>
          <a:bodyPr/>
          <a:lstStyle/>
          <a:p>
            <a:r>
              <a:rPr lang="en-IN" dirty="0">
                <a:latin typeface="Times New Roman" panose="02020603050405020304" pitchFamily="18" charset="0"/>
                <a:cs typeface="Times New Roman" panose="02020603050405020304" pitchFamily="18" charset="0"/>
              </a:rPr>
              <a:t>Thank You</a:t>
            </a:r>
          </a:p>
        </p:txBody>
      </p:sp>
    </p:spTree>
    <p:extLst>
      <p:ext uri="{BB962C8B-B14F-4D97-AF65-F5344CB8AC3E}">
        <p14:creationId xmlns:p14="http://schemas.microsoft.com/office/powerpoint/2010/main" val="237471068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690</TotalTime>
  <Words>641</Words>
  <Application>Microsoft Office PowerPoint</Application>
  <PresentationFormat>Widescreen</PresentationFormat>
  <Paragraphs>89</Paragraphs>
  <Slides>18</Slides>
  <Notes>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18</vt:i4>
      </vt:variant>
    </vt:vector>
  </HeadingPairs>
  <TitlesOfParts>
    <vt:vector size="25" baseType="lpstr">
      <vt:lpstr>Aptos</vt:lpstr>
      <vt:lpstr>Aptos Display</vt:lpstr>
      <vt:lpstr>Arial</vt:lpstr>
      <vt:lpstr>Calibri</vt:lpstr>
      <vt:lpstr>Times New Roman</vt:lpstr>
      <vt:lpstr>Wingdings</vt:lpstr>
      <vt:lpstr>Office Theme</vt:lpstr>
      <vt:lpstr>Anomaly Detection in IoT Network using Machine Learning</vt:lpstr>
      <vt:lpstr>Outline</vt:lpstr>
      <vt:lpstr>Introduction</vt:lpstr>
      <vt:lpstr>Introduction</vt:lpstr>
      <vt:lpstr>Literature Review</vt:lpstr>
      <vt:lpstr>Literature Review</vt:lpstr>
      <vt:lpstr>Problem Statement</vt:lpstr>
      <vt:lpstr>Objectives</vt:lpstr>
      <vt:lpstr>Proposed Methodology (Flowchart)</vt:lpstr>
      <vt:lpstr>Proposed Methodology</vt:lpstr>
      <vt:lpstr>Proposed Methodology</vt:lpstr>
      <vt:lpstr>Proposed Methodology</vt:lpstr>
      <vt:lpstr>Proposed Methodology</vt:lpstr>
      <vt:lpstr>Result </vt:lpstr>
      <vt:lpstr>Result</vt:lpstr>
      <vt:lpstr>Outcome </vt:lpstr>
      <vt:lpstr>References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Akshay Jadhav [MU - Jaipur]</dc:creator>
  <cp:lastModifiedBy>Kushagra Singh</cp:lastModifiedBy>
  <cp:revision>8</cp:revision>
  <dcterms:created xsi:type="dcterms:W3CDTF">2025-09-29T05:03:41Z</dcterms:created>
  <dcterms:modified xsi:type="dcterms:W3CDTF">2026-02-14T19:36:26Z</dcterms:modified>
</cp:coreProperties>
</file>